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46.xml" ContentType="application/vnd.openxmlformats-officedocument.theme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jpeg" ContentType="image/jpe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3003213" cy="73152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92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to move the slide</a:t>
            </a:r>
            <a:endParaRPr b="0" lang="en-US" sz="192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51218B8-94F7-4695-8712-A48046147B1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75240">
              <a:lnSpc>
                <a:spcPct val="100000"/>
              </a:lnSpc>
              <a:buNone/>
              <a:defRPr b="0" lang="en-GB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75240">
              <a:lnSpc>
                <a:spcPct val="100000"/>
              </a:lnSpc>
              <a:buNone/>
            </a:pPr>
            <a:fld id="{24CA7BE2-4C67-46BA-8260-D1F28796C64B}" type="slidenum">
              <a:rPr b="0" lang="en-GB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3.png"/><Relationship Id="rId4" Type="http://schemas.openxmlformats.org/officeDocument/2006/relationships/image" Target="../media/image13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4.png"/><Relationship Id="rId4" Type="http://schemas.openxmlformats.org/officeDocument/2006/relationships/image" Target="../media/image14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6.pn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HWL Cover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TextBox 5" hidden="1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B469C699-96F6-44FF-9D38-823375F707DC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24000" y="324000"/>
            <a:ext cx="4319640" cy="16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ts val="3900"/>
              </a:lnSpc>
              <a:buNone/>
            </a:pPr>
            <a:r>
              <a:rPr b="0" lang="en-US" sz="4000" spc="-2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Click to edit title over </a:t>
            </a:r>
            <a:r>
              <a:rPr b="0" lang="en-US" sz="4000" spc="-2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one to three lines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24000" y="5776200"/>
            <a:ext cx="4316760" cy="6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Prepared by:</a:t>
            </a: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	</a:t>
            </a: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XXXXXXXXXXX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Date:</a:t>
            </a: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	</a:t>
            </a: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XX Month XX22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Slide Sma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358265A6-605D-48BD-9D62-5C2893123072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417600" y="1087200"/>
            <a:ext cx="12171600" cy="514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304920" indent="-345960" defTabSz="97524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800" spc="-20" strike="noStrike" u="none">
                <a:solidFill>
                  <a:srgbClr val="333333"/>
                </a:solidFill>
                <a:effectLst/>
                <a:uFillTx/>
                <a:latin typeface="Univers Next for HSBC Thin"/>
              </a:rPr>
              <a:t>“Click to edit </a:t>
            </a:r>
            <a:r>
              <a:rPr b="0" lang="en-US" sz="4800" spc="-20" strike="noStrike" u="none">
                <a:solidFill>
                  <a:srgbClr val="333333"/>
                </a:solidFill>
                <a:effectLst/>
                <a:uFillTx/>
                <a:latin typeface="Univers Next for HSBC Thin"/>
              </a:rPr>
              <a:t>quote”</a:t>
            </a:r>
            <a:endParaRPr b="0" lang="en-US" sz="48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14280" indent="0" defTabSz="975240">
              <a:lnSpc>
                <a:spcPct val="112000"/>
              </a:lnSpc>
              <a:spcBef>
                <a:spcPts val="2401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rgbClr val="333333"/>
                </a:solidFill>
                <a:effectLst/>
                <a:uFillTx/>
                <a:latin typeface="Univers Next for HSBC Regular"/>
              </a:rPr>
              <a:t>Second level</a:t>
            </a:r>
            <a:endParaRPr b="0" lang="en-US" sz="20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7" name="Background Graphic" descr="A white and grey background&#10;&#10;AI-generated content may be incorrect."/>
          <p:cNvPicPr/>
          <p:nvPr/>
        </p:nvPicPr>
        <p:blipFill>
          <a:blip r:embed="rId2"/>
          <a:stretch/>
        </p:blipFill>
        <p:spPr>
          <a:xfrm>
            <a:off x="8668440" y="0"/>
            <a:ext cx="4334400" cy="731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TextBox 3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1646CB0C-61B4-46B8-82CA-9B5D05764890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650160" y="291600"/>
            <a:ext cx="11702520" cy="12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92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to edit the title text format</a:t>
            </a:r>
            <a:endParaRPr b="0" lang="en-US" sz="192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ultiple Quotes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F588F521-2661-4852-83D8-8678725848AD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body"/>
          </p:nvPr>
        </p:nvSpPr>
        <p:spPr>
          <a:xfrm>
            <a:off x="8712000" y="1749240"/>
            <a:ext cx="3239640" cy="475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82520" indent="-182520" defTabSz="97524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333333"/>
                </a:solidFill>
                <a:effectLst/>
                <a:uFillTx/>
                <a:latin typeface="Univers Next for HSBC Thin"/>
              </a:rPr>
              <a:t>“Click to edit quote”</a:t>
            </a:r>
            <a:endParaRPr b="0" lang="en-US" sz="3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176040"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rgbClr val="333333"/>
                </a:solidFill>
                <a:effectLst/>
                <a:uFillTx/>
                <a:latin typeface="Univers Next for HSBC Regular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83160" y="1749240"/>
            <a:ext cx="3239640" cy="475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82520" indent="-182520" defTabSz="97524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333333"/>
                </a:solidFill>
                <a:effectLst/>
                <a:uFillTx/>
                <a:latin typeface="Univers Next for HSBC Thin"/>
              </a:rPr>
              <a:t>“Click to edit quote”</a:t>
            </a:r>
            <a:endParaRPr b="0" lang="en-US" sz="3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176040"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rgbClr val="333333"/>
                </a:solidFill>
                <a:effectLst/>
                <a:uFillTx/>
                <a:latin typeface="Univers Next for HSBC Regular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25520" y="1749240"/>
            <a:ext cx="3239640" cy="475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82520" indent="-182520" defTabSz="97524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333333"/>
                </a:solidFill>
                <a:effectLst/>
                <a:uFillTx/>
                <a:latin typeface="Univers Next for HSBC Thin"/>
              </a:rPr>
              <a:t>“Click to edit quote”</a:t>
            </a:r>
            <a:endParaRPr b="0" lang="en-US" sz="3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176040"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rgbClr val="333333"/>
                </a:solidFill>
                <a:effectLst/>
                <a:uFillTx/>
                <a:latin typeface="Univers Next for HSBC Regular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17" name="Background Graphic" descr="A white and grey background&#10;&#10;AI-generated content may be incorrect."/>
          <p:cNvPicPr/>
          <p:nvPr/>
        </p:nvPicPr>
        <p:blipFill>
          <a:blip r:embed="rId2"/>
          <a:stretch/>
        </p:blipFill>
        <p:spPr>
          <a:xfrm>
            <a:off x="8668440" y="0"/>
            <a:ext cx="4334400" cy="731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Box 3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6CDEB988-CF19-43B1-9609-147BBF2967F4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ontent with long head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07B6BE84-91EA-4668-A27C-C90B38C70846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24800" y="1749600"/>
            <a:ext cx="12167640" cy="8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text</a:t>
            </a:r>
            <a:endParaRPr b="0" lang="en-US" sz="20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24800" y="2687760"/>
            <a:ext cx="3621240" cy="381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7200" indent="-1872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39640" indent="-18576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8000"/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95320" indent="-26676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8000"/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258920" indent="-27612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4689360" y="2687760"/>
            <a:ext cx="3621240" cy="381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7200" indent="-1872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39640" indent="-18576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95320" indent="-26676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258920" indent="-27612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body"/>
          </p:nvPr>
        </p:nvSpPr>
        <p:spPr>
          <a:xfrm>
            <a:off x="8953560" y="2687760"/>
            <a:ext cx="3621240" cy="381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7200" indent="-1872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39640" indent="-18576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8000"/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982800" indent="-26496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8000"/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258920" indent="-27612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28" name="Background Graphic" descr=""/>
          <p:cNvPicPr/>
          <p:nvPr/>
        </p:nvPicPr>
        <p:blipFill>
          <a:blip r:embed="rId2"/>
          <a:stretch/>
        </p:blipFill>
        <p:spPr>
          <a:xfrm>
            <a:off x="0" y="360"/>
            <a:ext cx="13003560" cy="7314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 Images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3A66E1E3-44CF-425B-B576-2BCA278BBED6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24800" y="1749600"/>
            <a:ext cx="2699640" cy="242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24800" y="4498920"/>
            <a:ext cx="2699640" cy="200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7200" indent="-1872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404640" indent="-13176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625320" indent="-17604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801720" indent="-17604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3575880" y="1749600"/>
            <a:ext cx="2699640" cy="242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5880" y="4498920"/>
            <a:ext cx="2699640" cy="200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7200" indent="-1872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446040" indent="-17316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625320" indent="-17604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5461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801720" indent="-17604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727320" y="1749600"/>
            <a:ext cx="2699640" cy="242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body"/>
          </p:nvPr>
        </p:nvSpPr>
        <p:spPr>
          <a:xfrm>
            <a:off x="6726960" y="4498920"/>
            <a:ext cx="2699640" cy="200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7200" indent="-1872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404640" indent="-13176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625320" indent="-17604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801720" indent="-17604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9" name="PlaceHolder 9"/>
          <p:cNvSpPr>
            <a:spLocks noGrp="1"/>
          </p:cNvSpPr>
          <p:nvPr>
            <p:ph type="body"/>
          </p:nvPr>
        </p:nvSpPr>
        <p:spPr>
          <a:xfrm>
            <a:off x="9878400" y="1749600"/>
            <a:ext cx="2699640" cy="242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0" name="PlaceHolder 10"/>
          <p:cNvSpPr>
            <a:spLocks noGrp="1"/>
          </p:cNvSpPr>
          <p:nvPr>
            <p:ph type="body"/>
          </p:nvPr>
        </p:nvSpPr>
        <p:spPr>
          <a:xfrm>
            <a:off x="9878040" y="4498920"/>
            <a:ext cx="2699640" cy="200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7200" indent="-1872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404640" indent="-13176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625320" indent="-17604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801720" indent="-17604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1" name="PlaceHolder 11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42" name="Background Graphic" descr=""/>
          <p:cNvPicPr/>
          <p:nvPr/>
        </p:nvPicPr>
        <p:blipFill>
          <a:blip r:embed="rId2"/>
          <a:stretch/>
        </p:blipFill>
        <p:spPr>
          <a:xfrm>
            <a:off x="0" y="360"/>
            <a:ext cx="13003560" cy="7314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Images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1DB9BD63-BF12-4F3D-9295-FA7127E40A8E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697600" y="4127760"/>
            <a:ext cx="3876840" cy="237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697600" y="1749600"/>
            <a:ext cx="3876840" cy="218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557600" y="4127760"/>
            <a:ext cx="3876840" cy="237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57600" y="1749600"/>
            <a:ext cx="3876840" cy="218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body"/>
          </p:nvPr>
        </p:nvSpPr>
        <p:spPr>
          <a:xfrm>
            <a:off x="424800" y="4127760"/>
            <a:ext cx="3876840" cy="237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body"/>
          </p:nvPr>
        </p:nvSpPr>
        <p:spPr>
          <a:xfrm>
            <a:off x="424800" y="1749600"/>
            <a:ext cx="3876840" cy="218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53" name="PlaceHolder 9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Large images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A279B068-5215-4399-9CDC-F664EF4B79C4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</a:t>
            </a: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k to </a:t>
            </a: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edit </a:t>
            </a: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25520" y="1749600"/>
            <a:ext cx="3621240" cy="30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25520" y="5081400"/>
            <a:ext cx="36212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4698360" y="1749600"/>
            <a:ext cx="3621240" cy="30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body"/>
          </p:nvPr>
        </p:nvSpPr>
        <p:spPr>
          <a:xfrm>
            <a:off x="4698360" y="5081400"/>
            <a:ext cx="36212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62" name="PlaceHolder 7"/>
          <p:cNvSpPr>
            <a:spLocks noGrp="1"/>
          </p:cNvSpPr>
          <p:nvPr>
            <p:ph type="body"/>
          </p:nvPr>
        </p:nvSpPr>
        <p:spPr>
          <a:xfrm>
            <a:off x="8971200" y="1749600"/>
            <a:ext cx="3621240" cy="30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63" name="PlaceHolder 8"/>
          <p:cNvSpPr>
            <a:spLocks noGrp="1"/>
          </p:cNvSpPr>
          <p:nvPr>
            <p:ph type="body"/>
          </p:nvPr>
        </p:nvSpPr>
        <p:spPr>
          <a:xfrm>
            <a:off x="8971200" y="5081400"/>
            <a:ext cx="36212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64" name="Background Graphic" descr=""/>
          <p:cNvPicPr/>
          <p:nvPr/>
        </p:nvPicPr>
        <p:blipFill>
          <a:blip r:embed="rId2"/>
          <a:stretch/>
        </p:blipFill>
        <p:spPr>
          <a:xfrm>
            <a:off x="0" y="360"/>
            <a:ext cx="13003560" cy="7314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 Large images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BCB62045-BA88-4077-AF82-A786D4714933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892000" y="4940640"/>
            <a:ext cx="2404440" cy="156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7200" indent="-18720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44928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62532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892000" y="1749600"/>
            <a:ext cx="2404440" cy="302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92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92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069600" y="4940640"/>
            <a:ext cx="2404440" cy="156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7200" indent="-18720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44928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62532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69600" y="1749600"/>
            <a:ext cx="2404440" cy="302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92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92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body"/>
          </p:nvPr>
        </p:nvSpPr>
        <p:spPr>
          <a:xfrm>
            <a:off x="3247200" y="4940640"/>
            <a:ext cx="2404440" cy="156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7200" indent="-18720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44928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62532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73" name="PlaceHolder 7"/>
          <p:cNvSpPr>
            <a:spLocks noGrp="1"/>
          </p:cNvSpPr>
          <p:nvPr>
            <p:ph type="body"/>
          </p:nvPr>
        </p:nvSpPr>
        <p:spPr>
          <a:xfrm>
            <a:off x="3247200" y="1749600"/>
            <a:ext cx="2404440" cy="302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92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92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74" name="PlaceHolder 8"/>
          <p:cNvSpPr>
            <a:spLocks noGrp="1"/>
          </p:cNvSpPr>
          <p:nvPr>
            <p:ph type="body"/>
          </p:nvPr>
        </p:nvSpPr>
        <p:spPr>
          <a:xfrm>
            <a:off x="424800" y="4940640"/>
            <a:ext cx="2404440" cy="156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7200" indent="-18720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44928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62532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75" name="PlaceHolder 9"/>
          <p:cNvSpPr>
            <a:spLocks noGrp="1"/>
          </p:cNvSpPr>
          <p:nvPr>
            <p:ph type="body"/>
          </p:nvPr>
        </p:nvSpPr>
        <p:spPr>
          <a:xfrm>
            <a:off x="424800" y="1749600"/>
            <a:ext cx="2404440" cy="302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92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92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76" name="PlaceHolder 10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77" name="PlaceHolder 1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</a:t>
            </a: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k to </a:t>
            </a: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edit </a:t>
            </a: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 content item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C8AA8F7C-3DFD-42AE-A898-CA5FC31312C3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8720280" y="4241160"/>
            <a:ext cx="3864960" cy="226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4564080" y="4241160"/>
            <a:ext cx="3876840" cy="226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419400" y="4241160"/>
            <a:ext cx="3876840" cy="226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8720280" y="1746360"/>
            <a:ext cx="3864960" cy="226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body"/>
          </p:nvPr>
        </p:nvSpPr>
        <p:spPr>
          <a:xfrm>
            <a:off x="4564080" y="1746360"/>
            <a:ext cx="3876840" cy="226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19400" y="1746360"/>
            <a:ext cx="3876840" cy="226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87" name="PlaceHolder 8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88" name="PlaceHolder 9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ull 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5" hidden="1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A9D94789-53BB-4B2A-9548-1A8EF59CCD74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3002840" cy="731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92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92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6FF98915-2C3A-4185-A4A3-7AAE20647BDE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3522240" y="4285080"/>
            <a:ext cx="9054000" cy="221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17600" y="4285080"/>
            <a:ext cx="2477880" cy="221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3522240" y="1749600"/>
            <a:ext cx="9054000" cy="23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417600" y="1749600"/>
            <a:ext cx="2477880" cy="229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99" name="PlaceHolder 6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00" name="PlaceHolder 7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</a:t>
            </a: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k to </a:t>
            </a: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edit </a:t>
            </a: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HWL Cover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5" hidden="1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3B46D021-521C-4A8D-AC4F-071186B83596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16520" y="417600"/>
            <a:ext cx="6408360" cy="19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ts val="3900"/>
              </a:lnSpc>
              <a:buNone/>
            </a:pPr>
            <a:r>
              <a:rPr b="0" lang="en-US" sz="4400" spc="-2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Click to edit title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15440" y="4713480"/>
            <a:ext cx="6405480" cy="522000"/>
          </a:xfrm>
          <a:prstGeom prst="rect">
            <a:avLst/>
          </a:prstGeom>
          <a:noFill/>
          <a:ln w="0">
            <a:noFill/>
          </a:ln>
        </p:spPr>
        <p:txBody>
          <a:bodyPr lIns="0" rIns="0" tIns="36000" bIns="0" anchor="t">
            <a:noAutofit/>
          </a:bodyPr>
          <a:p>
            <a:pPr indent="0" defTabSz="97524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Prepared by: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	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XXXXXXXXXXX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Date: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	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XX Month XX22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50:50_Imag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18D0B6A9-2528-4B7A-89CC-5532D6912EF4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58172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581724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17600" y="1749600"/>
            <a:ext cx="57963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417600" y="2476440"/>
            <a:ext cx="579564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6789600" y="1749600"/>
            <a:ext cx="37800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6789600" y="2476440"/>
            <a:ext cx="378000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114" name="Background Graphic" descr="A person and person standing in front of a window&#10;&#10;AI-generated content may be incorrect."/>
          <p:cNvPicPr/>
          <p:nvPr/>
        </p:nvPicPr>
        <p:blipFill>
          <a:blip r:embed="rId3"/>
          <a:stretch/>
        </p:blipFill>
        <p:spPr>
          <a:xfrm>
            <a:off x="8668440" y="0"/>
            <a:ext cx="4334400" cy="7314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50:50_No_Imag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A0407D87-48E9-4927-9765-9BE9495B2962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58172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581724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417600" y="1749600"/>
            <a:ext cx="57963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body"/>
          </p:nvPr>
        </p:nvSpPr>
        <p:spPr>
          <a:xfrm>
            <a:off x="417600" y="2476440"/>
            <a:ext cx="579564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6789600" y="1749600"/>
            <a:ext cx="579564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body"/>
          </p:nvPr>
        </p:nvSpPr>
        <p:spPr>
          <a:xfrm>
            <a:off x="6789600" y="2476440"/>
            <a:ext cx="579564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50:50_Quote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D145BFEA-051E-4ADC-A3A2-B2DDCBFAA68B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58172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581724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17600" y="1749600"/>
            <a:ext cx="57963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417600" y="2476440"/>
            <a:ext cx="5795640" cy="41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body"/>
          </p:nvPr>
        </p:nvSpPr>
        <p:spPr>
          <a:xfrm>
            <a:off x="7320960" y="1528560"/>
            <a:ext cx="4303080" cy="15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35000" indent="-12528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“Lorem ipsum dolor sit amet, consectetur adipiscing elit, sed do eiusmod tempor incididunt ut labore”</a:t>
            </a:r>
            <a:endParaRPr b="0" lang="en-US" sz="18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body"/>
          </p:nvPr>
        </p:nvSpPr>
        <p:spPr>
          <a:xfrm>
            <a:off x="7320960" y="5386320"/>
            <a:ext cx="3621240" cy="26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35000"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Insert name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 type="body"/>
          </p:nvPr>
        </p:nvSpPr>
        <p:spPr>
          <a:xfrm>
            <a:off x="7320960" y="5652360"/>
            <a:ext cx="3621240" cy="26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35000"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Insert job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132" name="Background Graphic" descr="A white background with a pattern&#10;&#10;AI-generated content may be incorrect."/>
          <p:cNvPicPr/>
          <p:nvPr/>
        </p:nvPicPr>
        <p:blipFill>
          <a:blip r:embed="rId2"/>
          <a:stretch/>
        </p:blipFill>
        <p:spPr>
          <a:xfrm>
            <a:off x="6574680" y="651960"/>
            <a:ext cx="6010560" cy="6010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50:50_Red_Whit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CD9DAE6D-D727-439F-B7F5-D8BD5020E969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5795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579564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17600" y="1749600"/>
            <a:ext cx="57963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body"/>
          </p:nvPr>
        </p:nvSpPr>
        <p:spPr>
          <a:xfrm>
            <a:off x="417600" y="2476440"/>
            <a:ext cx="579564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body"/>
          </p:nvPr>
        </p:nvSpPr>
        <p:spPr>
          <a:xfrm>
            <a:off x="6789600" y="1749600"/>
            <a:ext cx="579564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40" name="PlaceHolder 6"/>
          <p:cNvSpPr>
            <a:spLocks noGrp="1"/>
          </p:cNvSpPr>
          <p:nvPr>
            <p:ph type="body"/>
          </p:nvPr>
        </p:nvSpPr>
        <p:spPr>
          <a:xfrm>
            <a:off x="6789600" y="2476440"/>
            <a:ext cx="579564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41" name="PlaceHolder 7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142" name="Background Graphic" descr="A white and grey square pattern&#10;&#10;AI-generated content may be incorrect."/>
          <p:cNvPicPr/>
          <p:nvPr/>
        </p:nvPicPr>
        <p:blipFill>
          <a:blip r:embed="rId3"/>
          <a:stretch/>
        </p:blipFill>
        <p:spPr>
          <a:xfrm>
            <a:off x="8668440" y="0"/>
            <a:ext cx="4334400" cy="731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Box 2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1520CECA-9AB3-460C-8186-93FAF28E53A8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50:50_White_Red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1BFFD779-3D18-4A5F-A9B2-899D24268084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5795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579564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417600" y="1749600"/>
            <a:ext cx="57963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417600" y="2476440"/>
            <a:ext cx="579564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body"/>
          </p:nvPr>
        </p:nvSpPr>
        <p:spPr>
          <a:xfrm>
            <a:off x="6789600" y="1749600"/>
            <a:ext cx="579564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body"/>
          </p:nvPr>
        </p:nvSpPr>
        <p:spPr>
          <a:xfrm>
            <a:off x="6789600" y="2476440"/>
            <a:ext cx="579564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52" name="PlaceHolder 7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153" name="Background Graphic" descr="A red background with small squares&#10;&#10;AI-generated content may be incorrect."/>
          <p:cNvPicPr/>
          <p:nvPr/>
        </p:nvPicPr>
        <p:blipFill>
          <a:blip r:embed="rId3"/>
          <a:stretch/>
        </p:blipFill>
        <p:spPr>
          <a:xfrm>
            <a:off x="8668440" y="0"/>
            <a:ext cx="4334400" cy="731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Box 1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41F93986-F0F7-40D3-AA03-6F3D89E0617E}" type="slidenum">
              <a:rPr b="0" lang="en-US" sz="9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0CB268B2-77AA-4AAB-9DA4-A780DC85834B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417600" y="1749600"/>
            <a:ext cx="57963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body"/>
          </p:nvPr>
        </p:nvSpPr>
        <p:spPr>
          <a:xfrm>
            <a:off x="417600" y="2476440"/>
            <a:ext cx="579564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body"/>
          </p:nvPr>
        </p:nvSpPr>
        <p:spPr>
          <a:xfrm>
            <a:off x="6789600" y="1749600"/>
            <a:ext cx="579564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 type="body"/>
          </p:nvPr>
        </p:nvSpPr>
        <p:spPr>
          <a:xfrm>
            <a:off x="6789600" y="2476440"/>
            <a:ext cx="579564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163" name="Background Graphic" descr=""/>
          <p:cNvPicPr/>
          <p:nvPr/>
        </p:nvPicPr>
        <p:blipFill>
          <a:blip r:embed="rId2"/>
          <a:stretch/>
        </p:blipFill>
        <p:spPr>
          <a:xfrm>
            <a:off x="0" y="360"/>
            <a:ext cx="13003560" cy="731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Box 6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A9C518F2-D84A-481E-8590-FDDE6EC2AFD0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Custom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EA666583-E052-44EE-8478-68A612BD3B22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8193240" y="4816800"/>
            <a:ext cx="4392360" cy="167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8196840" y="4216680"/>
            <a:ext cx="43887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3257640" y="4816800"/>
            <a:ext cx="4392360" cy="167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 type="body"/>
          </p:nvPr>
        </p:nvSpPr>
        <p:spPr>
          <a:xfrm>
            <a:off x="3261240" y="4216680"/>
            <a:ext cx="43887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72" name="PlaceHolder 6"/>
          <p:cNvSpPr>
            <a:spLocks noGrp="1"/>
          </p:cNvSpPr>
          <p:nvPr>
            <p:ph type="body"/>
          </p:nvPr>
        </p:nvSpPr>
        <p:spPr>
          <a:xfrm>
            <a:off x="8193240" y="2349360"/>
            <a:ext cx="4392360" cy="167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73" name="PlaceHolder 7"/>
          <p:cNvSpPr>
            <a:spLocks noGrp="1"/>
          </p:cNvSpPr>
          <p:nvPr>
            <p:ph type="body"/>
          </p:nvPr>
        </p:nvSpPr>
        <p:spPr>
          <a:xfrm>
            <a:off x="8196840" y="1749600"/>
            <a:ext cx="43887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74" name="PlaceHolder 8"/>
          <p:cNvSpPr>
            <a:spLocks noGrp="1"/>
          </p:cNvSpPr>
          <p:nvPr>
            <p:ph type="body"/>
          </p:nvPr>
        </p:nvSpPr>
        <p:spPr>
          <a:xfrm>
            <a:off x="3260880" y="2349360"/>
            <a:ext cx="4392360" cy="167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75" name="PlaceHolder 9"/>
          <p:cNvSpPr>
            <a:spLocks noGrp="1"/>
          </p:cNvSpPr>
          <p:nvPr>
            <p:ph type="body"/>
          </p:nvPr>
        </p:nvSpPr>
        <p:spPr>
          <a:xfrm>
            <a:off x="3261240" y="1749600"/>
            <a:ext cx="43887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cxnSp>
        <p:nvCxnSpPr>
          <p:cNvPr id="176" name="Divider line graphic"/>
          <p:cNvCxnSpPr/>
          <p:nvPr/>
        </p:nvCxnSpPr>
        <p:spPr>
          <a:xfrm>
            <a:off x="3001680" y="1749240"/>
            <a:ext cx="360" cy="4753440"/>
          </a:xfrm>
          <a:prstGeom prst="straightConnector1">
            <a:avLst/>
          </a:prstGeom>
          <a:ln>
            <a:solidFill>
              <a:srgbClr val="333333"/>
            </a:solidFill>
          </a:ln>
        </p:spPr>
      </p:cxnSp>
      <p:sp>
        <p:nvSpPr>
          <p:cNvPr id="177" name="PlaceHolder 10"/>
          <p:cNvSpPr>
            <a:spLocks noGrp="1"/>
          </p:cNvSpPr>
          <p:nvPr>
            <p:ph type="body"/>
          </p:nvPr>
        </p:nvSpPr>
        <p:spPr>
          <a:xfrm>
            <a:off x="424800" y="1760400"/>
            <a:ext cx="2327400" cy="473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 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449280" indent="-17604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625320" indent="-17604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801720" indent="-17604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78" name="PlaceHolder 11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79" name="PlaceHolder 12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80" name="TextBox 2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E7CD7ECF-84F2-46CC-A6B1-35A58267A5C7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Background Graphic" descr=""/>
          <p:cNvPicPr/>
          <p:nvPr/>
        </p:nvPicPr>
        <p:blipFill>
          <a:blip r:embed="rId2"/>
          <a:stretch/>
        </p:blipFill>
        <p:spPr>
          <a:xfrm>
            <a:off x="0" y="360"/>
            <a:ext cx="13003560" cy="7314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Custom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977EA247-27BB-491B-BA84-F7F51A97C5DD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3371400" y="1749600"/>
            <a:ext cx="9213840" cy="475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628560" indent="-277920" defTabSz="975240">
              <a:lnSpc>
                <a:spcPct val="112000"/>
              </a:lnSpc>
              <a:spcBef>
                <a:spcPts val="601"/>
              </a:spcBef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895320" indent="-272880" defTabSz="975240">
              <a:lnSpc>
                <a:spcPct val="112000"/>
              </a:lnSpc>
              <a:spcBef>
                <a:spcPts val="601"/>
              </a:spcBef>
              <a:buClr>
                <a:srgbClr val="db0011"/>
              </a:buClr>
              <a:buFont typeface="Open Sans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cxnSp>
        <p:nvCxnSpPr>
          <p:cNvPr id="186" name="Divider line graphic"/>
          <p:cNvCxnSpPr/>
          <p:nvPr/>
        </p:nvCxnSpPr>
        <p:spPr>
          <a:xfrm>
            <a:off x="3070440" y="1749240"/>
            <a:ext cx="360" cy="4753440"/>
          </a:xfrm>
          <a:prstGeom prst="straightConnector1">
            <a:avLst/>
          </a:prstGeom>
          <a:ln>
            <a:solidFill>
              <a:srgbClr val="333333"/>
            </a:solidFill>
          </a:ln>
        </p:spPr>
      </p:cxn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424800" y="1749600"/>
            <a:ext cx="2361240" cy="47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 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449280" indent="-17604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625320" indent="-17604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801720" indent="-17604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Medium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F872B847-5DDB-44FF-9A8A-71596C6866BE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194" name="Background Graphic" descr=""/>
          <p:cNvPicPr/>
          <p:nvPr/>
        </p:nvPicPr>
        <p:blipFill>
          <a:blip r:embed="rId2"/>
          <a:stretch/>
        </p:blipFill>
        <p:spPr>
          <a:xfrm>
            <a:off x="0" y="360"/>
            <a:ext cx="13003560" cy="7314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Custom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950C287F-14FF-49B9-9D6B-C961E6F11199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1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792480" y="4690800"/>
            <a:ext cx="5795640" cy="181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7928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360360" indent="-181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3964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6789600" y="4303800"/>
            <a:ext cx="5802840" cy="23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body"/>
          </p:nvPr>
        </p:nvSpPr>
        <p:spPr>
          <a:xfrm>
            <a:off x="417600" y="4690800"/>
            <a:ext cx="5795640" cy="181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7928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360360" indent="-181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3964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 type="body"/>
          </p:nvPr>
        </p:nvSpPr>
        <p:spPr>
          <a:xfrm>
            <a:off x="417600" y="4303800"/>
            <a:ext cx="5796360" cy="23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02" name="PlaceHolder 6"/>
          <p:cNvSpPr>
            <a:spLocks noGrp="1"/>
          </p:cNvSpPr>
          <p:nvPr>
            <p:ph type="body"/>
          </p:nvPr>
        </p:nvSpPr>
        <p:spPr>
          <a:xfrm>
            <a:off x="6792480" y="2133720"/>
            <a:ext cx="5795640" cy="192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7928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360360" indent="-181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3964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03" name="PlaceHolder 7"/>
          <p:cNvSpPr>
            <a:spLocks noGrp="1"/>
          </p:cNvSpPr>
          <p:nvPr>
            <p:ph type="body"/>
          </p:nvPr>
        </p:nvSpPr>
        <p:spPr>
          <a:xfrm>
            <a:off x="6789600" y="1749600"/>
            <a:ext cx="5802840" cy="23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04" name="PlaceHolder 8"/>
          <p:cNvSpPr>
            <a:spLocks noGrp="1"/>
          </p:cNvSpPr>
          <p:nvPr>
            <p:ph type="body"/>
          </p:nvPr>
        </p:nvSpPr>
        <p:spPr>
          <a:xfrm>
            <a:off x="417600" y="2133720"/>
            <a:ext cx="5795640" cy="192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7928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360360" indent="-181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3964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Open Sans"/>
              <a:buChar char="–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05" name="PlaceHolder 9"/>
          <p:cNvSpPr>
            <a:spLocks noGrp="1"/>
          </p:cNvSpPr>
          <p:nvPr>
            <p:ph type="body"/>
          </p:nvPr>
        </p:nvSpPr>
        <p:spPr>
          <a:xfrm>
            <a:off x="417600" y="1749600"/>
            <a:ext cx="5796360" cy="23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06" name="PlaceHolder 10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07" name="PlaceHolder 1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E8314052-FA22-4E83-B462-F19FD80F4668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1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408960" y="1749600"/>
            <a:ext cx="12158640" cy="475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20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25360" indent="-225360" defTabSz="975240">
              <a:lnSpc>
                <a:spcPct val="112000"/>
              </a:lnSpc>
              <a:spcBef>
                <a:spcPts val="601"/>
              </a:spcBef>
              <a:buClr>
                <a:srgbClr val="db0011"/>
              </a:buClr>
              <a:buSzPct val="9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399960" indent="-174600" defTabSz="975240">
              <a:lnSpc>
                <a:spcPct val="112000"/>
              </a:lnSpc>
              <a:spcBef>
                <a:spcPts val="601"/>
              </a:spcBef>
              <a:buClr>
                <a:srgbClr val="db0011"/>
              </a:buClr>
              <a:buSzPct val="90000"/>
              <a:buFont typeface="Univers Next for HSBC Light"/>
              <a:buChar char="•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627120" indent="-182520" defTabSz="975240">
              <a:lnSpc>
                <a:spcPct val="112000"/>
              </a:lnSpc>
              <a:spcBef>
                <a:spcPts val="601"/>
              </a:spcBef>
              <a:buClr>
                <a:srgbClr val="db0011"/>
              </a:buClr>
              <a:buSzPct val="90000"/>
              <a:buFont typeface="Univers Next for HSBC Light"/>
              <a:buChar char="–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800280" indent="-173160" defTabSz="975240">
              <a:lnSpc>
                <a:spcPct val="112000"/>
              </a:lnSpc>
              <a:spcBef>
                <a:spcPts val="601"/>
              </a:spcBef>
              <a:buClr>
                <a:srgbClr val="db0011"/>
              </a:buClr>
              <a:buSzPct val="90000"/>
              <a:buFont typeface="Univers Next for HSBC Light"/>
              <a:buChar char="–"/>
              <a:tabLst>
                <a:tab algn="l" pos="20066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/3 2/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27ACA1C6-0A87-4CEA-8126-D844CA6D029E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424800" y="1761480"/>
            <a:ext cx="3877560" cy="474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SzPct val="90000"/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4561200" y="1761480"/>
            <a:ext cx="5650920" cy="474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SzPct val="9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SzPct val="90000"/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SzPct val="90000"/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SzPct val="90000"/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220" name="Picture 2" descr="A white and grey square pattern&#10;&#10;AI-generated content may be incorrect."/>
          <p:cNvPicPr/>
          <p:nvPr/>
        </p:nvPicPr>
        <p:blipFill>
          <a:blip r:embed="rId2"/>
          <a:stretch/>
        </p:blipFill>
        <p:spPr>
          <a:xfrm>
            <a:off x="8668440" y="0"/>
            <a:ext cx="4334400" cy="731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PlaceHolder 5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22" name="TextBox 1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67A88F4F-5A69-4AF3-9484-F5646D879E7C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464EBC82-1555-4193-8119-35C3B6FBF394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3_Boxes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AD90D0B2-975B-4BA4-973A-D04F642DC718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417600" y="1749600"/>
            <a:ext cx="56412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body"/>
          </p:nvPr>
        </p:nvSpPr>
        <p:spPr>
          <a:xfrm>
            <a:off x="714240" y="2808000"/>
            <a:ext cx="331164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5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1</a:t>
            </a:r>
            <a:endParaRPr b="0" lang="en-US" sz="35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 type="body"/>
          </p:nvPr>
        </p:nvSpPr>
        <p:spPr>
          <a:xfrm>
            <a:off x="720000" y="3456000"/>
            <a:ext cx="3311640" cy="33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Insert title</a:t>
            </a:r>
            <a:endParaRPr b="0" lang="en-US" sz="2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34" name="PlaceHolder 6"/>
          <p:cNvSpPr>
            <a:spLocks noGrp="1"/>
          </p:cNvSpPr>
          <p:nvPr>
            <p:ph type="body"/>
          </p:nvPr>
        </p:nvSpPr>
        <p:spPr>
          <a:xfrm>
            <a:off x="720000" y="4068000"/>
            <a:ext cx="3311640" cy="20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35" name="PlaceHolder 7"/>
          <p:cNvSpPr>
            <a:spLocks noGrp="1"/>
          </p:cNvSpPr>
          <p:nvPr>
            <p:ph type="body"/>
          </p:nvPr>
        </p:nvSpPr>
        <p:spPr>
          <a:xfrm>
            <a:off x="4839840" y="2802960"/>
            <a:ext cx="331164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5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1</a:t>
            </a:r>
            <a:endParaRPr b="0" lang="en-US" sz="35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36" name="PlaceHolder 8"/>
          <p:cNvSpPr>
            <a:spLocks noGrp="1"/>
          </p:cNvSpPr>
          <p:nvPr>
            <p:ph type="body"/>
          </p:nvPr>
        </p:nvSpPr>
        <p:spPr>
          <a:xfrm>
            <a:off x="4845600" y="3450960"/>
            <a:ext cx="3311640" cy="33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Insert title</a:t>
            </a:r>
            <a:endParaRPr b="0" lang="en-US" sz="2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37" name="PlaceHolder 9"/>
          <p:cNvSpPr>
            <a:spLocks noGrp="1"/>
          </p:cNvSpPr>
          <p:nvPr>
            <p:ph type="body"/>
          </p:nvPr>
        </p:nvSpPr>
        <p:spPr>
          <a:xfrm>
            <a:off x="4845600" y="4062960"/>
            <a:ext cx="3311640" cy="20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38" name="PlaceHolder 10"/>
          <p:cNvSpPr>
            <a:spLocks noGrp="1"/>
          </p:cNvSpPr>
          <p:nvPr>
            <p:ph type="body"/>
          </p:nvPr>
        </p:nvSpPr>
        <p:spPr>
          <a:xfrm>
            <a:off x="8965440" y="2802960"/>
            <a:ext cx="331164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5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1</a:t>
            </a:r>
            <a:endParaRPr b="0" lang="en-US" sz="35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39" name="PlaceHolder 11"/>
          <p:cNvSpPr>
            <a:spLocks noGrp="1"/>
          </p:cNvSpPr>
          <p:nvPr>
            <p:ph type="body"/>
          </p:nvPr>
        </p:nvSpPr>
        <p:spPr>
          <a:xfrm>
            <a:off x="8971200" y="3450960"/>
            <a:ext cx="3311640" cy="33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Insert title</a:t>
            </a:r>
            <a:endParaRPr b="0" lang="en-US" sz="2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40" name="PlaceHolder 12"/>
          <p:cNvSpPr>
            <a:spLocks noGrp="1"/>
          </p:cNvSpPr>
          <p:nvPr>
            <p:ph type="body"/>
          </p:nvPr>
        </p:nvSpPr>
        <p:spPr>
          <a:xfrm>
            <a:off x="8971200" y="4062960"/>
            <a:ext cx="3311640" cy="20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241" name="Graphic Container" descr=""/>
          <p:cNvPicPr/>
          <p:nvPr/>
        </p:nvPicPr>
        <p:blipFill>
          <a:blip r:embed="rId2"/>
          <a:stretch/>
        </p:blipFill>
        <p:spPr>
          <a:xfrm>
            <a:off x="396000" y="2520000"/>
            <a:ext cx="3959640" cy="395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2" name="Graphic Container" descr=""/>
          <p:cNvPicPr/>
          <p:nvPr/>
        </p:nvPicPr>
        <p:blipFill>
          <a:blip r:embed="rId3"/>
          <a:stretch/>
        </p:blipFill>
        <p:spPr>
          <a:xfrm>
            <a:off x="4521600" y="2514960"/>
            <a:ext cx="3959640" cy="395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3" name="Graphic Container" descr=""/>
          <p:cNvPicPr/>
          <p:nvPr/>
        </p:nvPicPr>
        <p:blipFill>
          <a:blip r:embed="rId4"/>
          <a:stretch/>
        </p:blipFill>
        <p:spPr>
          <a:xfrm>
            <a:off x="8647200" y="2514960"/>
            <a:ext cx="3959640" cy="39596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3_Boxes_R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ECF7B38C-46D2-44ED-8FD4-66B13F090E60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body"/>
          </p:nvPr>
        </p:nvSpPr>
        <p:spPr>
          <a:xfrm>
            <a:off x="417600" y="1749600"/>
            <a:ext cx="56412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body"/>
          </p:nvPr>
        </p:nvSpPr>
        <p:spPr>
          <a:xfrm>
            <a:off x="714240" y="2808000"/>
            <a:ext cx="331164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5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1</a:t>
            </a:r>
            <a:endParaRPr b="0" lang="en-US" sz="35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50" name="PlaceHolder 5"/>
          <p:cNvSpPr>
            <a:spLocks noGrp="1"/>
          </p:cNvSpPr>
          <p:nvPr>
            <p:ph type="body"/>
          </p:nvPr>
        </p:nvSpPr>
        <p:spPr>
          <a:xfrm>
            <a:off x="720000" y="3456000"/>
            <a:ext cx="3311640" cy="33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Insert title</a:t>
            </a:r>
            <a:endParaRPr b="0" lang="en-US" sz="2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51" name="PlaceHolder 6"/>
          <p:cNvSpPr>
            <a:spLocks noGrp="1"/>
          </p:cNvSpPr>
          <p:nvPr>
            <p:ph type="body"/>
          </p:nvPr>
        </p:nvSpPr>
        <p:spPr>
          <a:xfrm>
            <a:off x="720000" y="4068000"/>
            <a:ext cx="3311640" cy="20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52" name="PlaceHolder 7"/>
          <p:cNvSpPr>
            <a:spLocks noGrp="1"/>
          </p:cNvSpPr>
          <p:nvPr>
            <p:ph type="body"/>
          </p:nvPr>
        </p:nvSpPr>
        <p:spPr>
          <a:xfrm>
            <a:off x="4839840" y="2802960"/>
            <a:ext cx="331164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5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1</a:t>
            </a:r>
            <a:endParaRPr b="0" lang="en-US" sz="35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53" name="PlaceHolder 8"/>
          <p:cNvSpPr>
            <a:spLocks noGrp="1"/>
          </p:cNvSpPr>
          <p:nvPr>
            <p:ph type="body"/>
          </p:nvPr>
        </p:nvSpPr>
        <p:spPr>
          <a:xfrm>
            <a:off x="4845600" y="3450960"/>
            <a:ext cx="3311640" cy="33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Insert title</a:t>
            </a:r>
            <a:endParaRPr b="0" lang="en-US" sz="2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54" name="PlaceHolder 9"/>
          <p:cNvSpPr>
            <a:spLocks noGrp="1"/>
          </p:cNvSpPr>
          <p:nvPr>
            <p:ph type="body"/>
          </p:nvPr>
        </p:nvSpPr>
        <p:spPr>
          <a:xfrm>
            <a:off x="4845600" y="4062960"/>
            <a:ext cx="3311640" cy="20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55" name="PlaceHolder 10"/>
          <p:cNvSpPr>
            <a:spLocks noGrp="1"/>
          </p:cNvSpPr>
          <p:nvPr>
            <p:ph type="body"/>
          </p:nvPr>
        </p:nvSpPr>
        <p:spPr>
          <a:xfrm>
            <a:off x="8965440" y="2802960"/>
            <a:ext cx="331164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5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1</a:t>
            </a:r>
            <a:endParaRPr b="0" lang="en-US" sz="35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56" name="PlaceHolder 11"/>
          <p:cNvSpPr>
            <a:spLocks noGrp="1"/>
          </p:cNvSpPr>
          <p:nvPr>
            <p:ph type="body"/>
          </p:nvPr>
        </p:nvSpPr>
        <p:spPr>
          <a:xfrm>
            <a:off x="8971200" y="3450960"/>
            <a:ext cx="3311640" cy="33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Insert title</a:t>
            </a:r>
            <a:endParaRPr b="0" lang="en-US" sz="2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57" name="PlaceHolder 12"/>
          <p:cNvSpPr>
            <a:spLocks noGrp="1"/>
          </p:cNvSpPr>
          <p:nvPr>
            <p:ph type="body"/>
          </p:nvPr>
        </p:nvSpPr>
        <p:spPr>
          <a:xfrm>
            <a:off x="8971200" y="4062960"/>
            <a:ext cx="3311640" cy="20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258" name="Graphic Container" descr=""/>
          <p:cNvPicPr/>
          <p:nvPr/>
        </p:nvPicPr>
        <p:blipFill>
          <a:blip r:embed="rId2"/>
          <a:stretch/>
        </p:blipFill>
        <p:spPr>
          <a:xfrm>
            <a:off x="399600" y="2514960"/>
            <a:ext cx="3959640" cy="395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9" name="Graphic Container" descr=""/>
          <p:cNvPicPr/>
          <p:nvPr/>
        </p:nvPicPr>
        <p:blipFill>
          <a:blip r:embed="rId3"/>
          <a:stretch/>
        </p:blipFill>
        <p:spPr>
          <a:xfrm>
            <a:off x="4519800" y="2514960"/>
            <a:ext cx="3959640" cy="395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Graphic Container" descr=""/>
          <p:cNvPicPr/>
          <p:nvPr/>
        </p:nvPicPr>
        <p:blipFill>
          <a:blip r:embed="rId4"/>
          <a:stretch/>
        </p:blipFill>
        <p:spPr>
          <a:xfrm>
            <a:off x="8639640" y="2514960"/>
            <a:ext cx="3959640" cy="39596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3_Lower R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ADB8FF75-F90F-4387-AAF3-D7DC390F7F12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body"/>
          </p:nvPr>
        </p:nvSpPr>
        <p:spPr>
          <a:xfrm>
            <a:off x="417600" y="1749600"/>
            <a:ext cx="56412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/>
          </p:nvPr>
        </p:nvSpPr>
        <p:spPr>
          <a:xfrm>
            <a:off x="720000" y="3543120"/>
            <a:ext cx="3311640" cy="33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Insert title</a:t>
            </a:r>
            <a:endParaRPr b="0" lang="en-US" sz="2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 type="body"/>
          </p:nvPr>
        </p:nvSpPr>
        <p:spPr>
          <a:xfrm>
            <a:off x="720000" y="4155120"/>
            <a:ext cx="3311640" cy="20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68" name="PlaceHolder 6"/>
          <p:cNvSpPr>
            <a:spLocks noGrp="1"/>
          </p:cNvSpPr>
          <p:nvPr>
            <p:ph type="body"/>
          </p:nvPr>
        </p:nvSpPr>
        <p:spPr>
          <a:xfrm>
            <a:off x="4845600" y="3538080"/>
            <a:ext cx="3311640" cy="33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Insert title</a:t>
            </a:r>
            <a:endParaRPr b="0" lang="en-US" sz="2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69" name="PlaceHolder 7"/>
          <p:cNvSpPr>
            <a:spLocks noGrp="1"/>
          </p:cNvSpPr>
          <p:nvPr>
            <p:ph type="body"/>
          </p:nvPr>
        </p:nvSpPr>
        <p:spPr>
          <a:xfrm>
            <a:off x="4845600" y="4150080"/>
            <a:ext cx="3311640" cy="20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70" name="PlaceHolder 8"/>
          <p:cNvSpPr>
            <a:spLocks noGrp="1"/>
          </p:cNvSpPr>
          <p:nvPr>
            <p:ph type="body"/>
          </p:nvPr>
        </p:nvSpPr>
        <p:spPr>
          <a:xfrm>
            <a:off x="8971200" y="3538080"/>
            <a:ext cx="3311640" cy="33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Insert title</a:t>
            </a:r>
            <a:endParaRPr b="0" lang="en-US" sz="2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71" name="PlaceHolder 9"/>
          <p:cNvSpPr>
            <a:spLocks noGrp="1"/>
          </p:cNvSpPr>
          <p:nvPr>
            <p:ph type="body"/>
          </p:nvPr>
        </p:nvSpPr>
        <p:spPr>
          <a:xfrm>
            <a:off x="8971200" y="4150080"/>
            <a:ext cx="3311640" cy="208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72" name="Background colour"/>
          <p:cNvSpPr/>
          <p:nvPr/>
        </p:nvSpPr>
        <p:spPr>
          <a:xfrm>
            <a:off x="0" y="2447280"/>
            <a:ext cx="13002840" cy="4867560"/>
          </a:xfrm>
          <a:prstGeom prst="rect">
            <a:avLst/>
          </a:prstGeom>
          <a:solidFill>
            <a:srgbClr val="73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75240">
              <a:lnSpc>
                <a:spcPct val="100000"/>
              </a:lnSpc>
            </a:pPr>
            <a:endParaRPr b="0" lang="en-US" sz="1920" strike="noStrike" u="none">
              <a:solidFill>
                <a:schemeClr val="lt1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273" name="Background Graphic" descr="A red background with small squares&#10;&#10;AI-generated content may be incorrect."/>
          <p:cNvPicPr/>
          <p:nvPr/>
        </p:nvPicPr>
        <p:blipFill>
          <a:blip r:embed="rId2"/>
          <a:srcRect l="0" t="33456" r="0" b="0"/>
          <a:stretch/>
        </p:blipFill>
        <p:spPr>
          <a:xfrm>
            <a:off x="8668440" y="2447280"/>
            <a:ext cx="4334400" cy="486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TextBox 1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197299C6-0B06-4EF8-B24A-A90DC436919C}" type="slidenum">
              <a:rPr b="0" lang="en-US" sz="9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3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B5507C85-A9D2-45CC-B8FB-E1A8B7FBD159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424800" y="1749600"/>
            <a:ext cx="3621240" cy="475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 type="body"/>
          </p:nvPr>
        </p:nvSpPr>
        <p:spPr>
          <a:xfrm>
            <a:off x="4689360" y="1749600"/>
            <a:ext cx="3621240" cy="475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81" name="PlaceHolder 5"/>
          <p:cNvSpPr>
            <a:spLocks noGrp="1"/>
          </p:cNvSpPr>
          <p:nvPr>
            <p:ph type="body"/>
          </p:nvPr>
        </p:nvSpPr>
        <p:spPr>
          <a:xfrm>
            <a:off x="8971200" y="1749600"/>
            <a:ext cx="3621240" cy="475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82" name="PlaceHolder 6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283" name="Background Graphic" descr=""/>
          <p:cNvPicPr/>
          <p:nvPr/>
        </p:nvPicPr>
        <p:blipFill>
          <a:blip r:embed="rId2"/>
          <a:stretch/>
        </p:blipFill>
        <p:spPr>
          <a:xfrm>
            <a:off x="0" y="360"/>
            <a:ext cx="13003560" cy="7314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and 3 Content_CornerGraphi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5371F8EA-E8A2-4853-A7B6-C70EC6508C6C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body"/>
          </p:nvPr>
        </p:nvSpPr>
        <p:spPr>
          <a:xfrm>
            <a:off x="424800" y="2803320"/>
            <a:ext cx="3621240" cy="369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89" name="PlaceHolder 4"/>
          <p:cNvSpPr>
            <a:spLocks noGrp="1"/>
          </p:cNvSpPr>
          <p:nvPr>
            <p:ph type="body"/>
          </p:nvPr>
        </p:nvSpPr>
        <p:spPr>
          <a:xfrm>
            <a:off x="4689360" y="2803320"/>
            <a:ext cx="3621240" cy="369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90" name="PlaceHolder 5"/>
          <p:cNvSpPr>
            <a:spLocks noGrp="1"/>
          </p:cNvSpPr>
          <p:nvPr>
            <p:ph type="body"/>
          </p:nvPr>
        </p:nvSpPr>
        <p:spPr>
          <a:xfrm>
            <a:off x="8971200" y="2803320"/>
            <a:ext cx="3621240" cy="369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91" name="PlaceHolder 6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92" name="TextBox 3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7CAD44E4-CB09-43D4-B8E5-8CA6DBE92B94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3" name="Background Graphic" descr=""/>
          <p:cNvPicPr/>
          <p:nvPr/>
        </p:nvPicPr>
        <p:blipFill>
          <a:blip r:embed="rId2"/>
          <a:stretch/>
        </p:blipFill>
        <p:spPr>
          <a:xfrm>
            <a:off x="0" y="360"/>
            <a:ext cx="13003560" cy="7314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and 3 Content_HW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D558B37B-111F-40A4-8848-BE77CA90086B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body"/>
          </p:nvPr>
        </p:nvSpPr>
        <p:spPr>
          <a:xfrm>
            <a:off x="424800" y="2083320"/>
            <a:ext cx="362124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 type="body"/>
          </p:nvPr>
        </p:nvSpPr>
        <p:spPr>
          <a:xfrm>
            <a:off x="424800" y="2803320"/>
            <a:ext cx="3621240" cy="369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00" name="PlaceHolder 5"/>
          <p:cNvSpPr>
            <a:spLocks noGrp="1"/>
          </p:cNvSpPr>
          <p:nvPr>
            <p:ph type="body"/>
          </p:nvPr>
        </p:nvSpPr>
        <p:spPr>
          <a:xfrm>
            <a:off x="4685400" y="2083320"/>
            <a:ext cx="362124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01" name="PlaceHolder 6"/>
          <p:cNvSpPr>
            <a:spLocks noGrp="1"/>
          </p:cNvSpPr>
          <p:nvPr>
            <p:ph type="body"/>
          </p:nvPr>
        </p:nvSpPr>
        <p:spPr>
          <a:xfrm>
            <a:off x="4689360" y="2803320"/>
            <a:ext cx="3621240" cy="369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02" name="PlaceHolder 7"/>
          <p:cNvSpPr>
            <a:spLocks noGrp="1"/>
          </p:cNvSpPr>
          <p:nvPr>
            <p:ph type="body"/>
          </p:nvPr>
        </p:nvSpPr>
        <p:spPr>
          <a:xfrm>
            <a:off x="8945640" y="2083320"/>
            <a:ext cx="362124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03" name="PlaceHolder 8"/>
          <p:cNvSpPr>
            <a:spLocks noGrp="1"/>
          </p:cNvSpPr>
          <p:nvPr>
            <p:ph type="body"/>
          </p:nvPr>
        </p:nvSpPr>
        <p:spPr>
          <a:xfrm>
            <a:off x="8971200" y="2803320"/>
            <a:ext cx="3621240" cy="369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54612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801720" indent="-25560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1171440" indent="-2728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04" name="PlaceHolder 9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05" name="TextBox 1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65D9F462-4176-44A7-AC6C-D580A015F1ED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" name="Background Graphic" descr=""/>
          <p:cNvPicPr/>
          <p:nvPr/>
        </p:nvPicPr>
        <p:blipFill>
          <a:blip r:embed="rId2"/>
          <a:stretch/>
        </p:blipFill>
        <p:spPr>
          <a:xfrm>
            <a:off x="0" y="360"/>
            <a:ext cx="13003560" cy="7314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3 Col Sta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75D3FD92-C259-4DA6-8380-4D705251C3DB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78890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788904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body"/>
          </p:nvPr>
        </p:nvSpPr>
        <p:spPr>
          <a:xfrm>
            <a:off x="417600" y="1749600"/>
            <a:ext cx="362124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 type="body"/>
          </p:nvPr>
        </p:nvSpPr>
        <p:spPr>
          <a:xfrm>
            <a:off x="410400" y="2505240"/>
            <a:ext cx="362124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rgbClr val="333333"/>
                </a:solidFill>
                <a:effectLst/>
                <a:uFillTx/>
                <a:latin typeface="Univers Next for HSBC Thin"/>
              </a:rPr>
              <a:t>20%</a:t>
            </a:r>
            <a:endParaRPr b="0" lang="en-US" sz="60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13" name="PlaceHolder 5"/>
          <p:cNvSpPr>
            <a:spLocks noGrp="1"/>
          </p:cNvSpPr>
          <p:nvPr>
            <p:ph type="body"/>
          </p:nvPr>
        </p:nvSpPr>
        <p:spPr>
          <a:xfrm>
            <a:off x="410400" y="3536640"/>
            <a:ext cx="3621240" cy="108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14" name="PlaceHolder 6"/>
          <p:cNvSpPr>
            <a:spLocks noGrp="1"/>
          </p:cNvSpPr>
          <p:nvPr>
            <p:ph type="body"/>
          </p:nvPr>
        </p:nvSpPr>
        <p:spPr>
          <a:xfrm>
            <a:off x="410400" y="4738320"/>
            <a:ext cx="362124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rgbClr val="333333"/>
                </a:solidFill>
                <a:effectLst/>
                <a:uFillTx/>
                <a:latin typeface="Univers Next for HSBC Thin"/>
              </a:rPr>
              <a:t>20%</a:t>
            </a:r>
            <a:endParaRPr b="0" lang="en-US" sz="60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15" name="PlaceHolder 7"/>
          <p:cNvSpPr>
            <a:spLocks noGrp="1"/>
          </p:cNvSpPr>
          <p:nvPr>
            <p:ph type="body"/>
          </p:nvPr>
        </p:nvSpPr>
        <p:spPr>
          <a:xfrm>
            <a:off x="410400" y="5770080"/>
            <a:ext cx="3621240" cy="108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16" name="PlaceHolder 8"/>
          <p:cNvSpPr>
            <a:spLocks noGrp="1"/>
          </p:cNvSpPr>
          <p:nvPr>
            <p:ph type="body"/>
          </p:nvPr>
        </p:nvSpPr>
        <p:spPr>
          <a:xfrm>
            <a:off x="4684680" y="1749600"/>
            <a:ext cx="362124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17" name="PlaceHolder 9"/>
          <p:cNvSpPr>
            <a:spLocks noGrp="1"/>
          </p:cNvSpPr>
          <p:nvPr>
            <p:ph type="body"/>
          </p:nvPr>
        </p:nvSpPr>
        <p:spPr>
          <a:xfrm>
            <a:off x="4683600" y="2505240"/>
            <a:ext cx="362124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rgbClr val="333333"/>
                </a:solidFill>
                <a:effectLst/>
                <a:uFillTx/>
                <a:latin typeface="Univers Next for HSBC Thin"/>
              </a:rPr>
              <a:t>20%</a:t>
            </a:r>
            <a:endParaRPr b="0" lang="en-US" sz="60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18" name="PlaceHolder 10"/>
          <p:cNvSpPr>
            <a:spLocks noGrp="1"/>
          </p:cNvSpPr>
          <p:nvPr>
            <p:ph type="body"/>
          </p:nvPr>
        </p:nvSpPr>
        <p:spPr>
          <a:xfrm>
            <a:off x="4683600" y="3536640"/>
            <a:ext cx="3621240" cy="108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19" name="PlaceHolder 11"/>
          <p:cNvSpPr>
            <a:spLocks noGrp="1"/>
          </p:cNvSpPr>
          <p:nvPr>
            <p:ph type="body"/>
          </p:nvPr>
        </p:nvSpPr>
        <p:spPr>
          <a:xfrm>
            <a:off x="4683600" y="4738320"/>
            <a:ext cx="362124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rgbClr val="333333"/>
                </a:solidFill>
                <a:effectLst/>
                <a:uFillTx/>
                <a:latin typeface="Univers Next for HSBC Thin"/>
              </a:rPr>
              <a:t>20%</a:t>
            </a:r>
            <a:endParaRPr b="0" lang="en-US" sz="60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20" name="PlaceHolder 12"/>
          <p:cNvSpPr>
            <a:spLocks noGrp="1"/>
          </p:cNvSpPr>
          <p:nvPr>
            <p:ph type="body"/>
          </p:nvPr>
        </p:nvSpPr>
        <p:spPr>
          <a:xfrm>
            <a:off x="4683600" y="5770080"/>
            <a:ext cx="3621240" cy="108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21" name="PlaceHolder 13"/>
          <p:cNvSpPr>
            <a:spLocks noGrp="1"/>
          </p:cNvSpPr>
          <p:nvPr>
            <p:ph type="body"/>
          </p:nvPr>
        </p:nvSpPr>
        <p:spPr>
          <a:xfrm>
            <a:off x="8971200" y="1749600"/>
            <a:ext cx="3621240" cy="15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35000" indent="-12528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“Lorem ipsum dolor sit amet, consectetur adipiscing elit, sed do eiusmod tempor incididunt ut labore”</a:t>
            </a:r>
            <a:endParaRPr b="0" lang="en-US" sz="18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22" name="PlaceHolder 14"/>
          <p:cNvSpPr>
            <a:spLocks noGrp="1"/>
          </p:cNvSpPr>
          <p:nvPr>
            <p:ph type="body"/>
          </p:nvPr>
        </p:nvSpPr>
        <p:spPr>
          <a:xfrm>
            <a:off x="8971200" y="3536640"/>
            <a:ext cx="3621240" cy="26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35000"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Bold"/>
              </a:rPr>
              <a:t>Insert name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23" name="PlaceHolder 15"/>
          <p:cNvSpPr>
            <a:spLocks noGrp="1"/>
          </p:cNvSpPr>
          <p:nvPr>
            <p:ph type="body"/>
          </p:nvPr>
        </p:nvSpPr>
        <p:spPr>
          <a:xfrm>
            <a:off x="8971200" y="3802680"/>
            <a:ext cx="3621240" cy="26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35000"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Insert job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324" name="Background Graphic" descr="A red background with small squares&#10;&#10;AI-generated content may be incorrect."/>
          <p:cNvPicPr/>
          <p:nvPr/>
        </p:nvPicPr>
        <p:blipFill>
          <a:blip r:embed="rId2"/>
          <a:stretch/>
        </p:blipFill>
        <p:spPr>
          <a:xfrm>
            <a:off x="8668440" y="0"/>
            <a:ext cx="4334400" cy="731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TextBox 1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F65328F6-700F-4518-A6F6-679B17316C93}" type="slidenum">
              <a:rPr b="0" lang="en-US" sz="9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3 Col Stats Light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B9C93C3E-C27F-4179-A015-01C466ACDBE4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78890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788904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body"/>
          </p:nvPr>
        </p:nvSpPr>
        <p:spPr>
          <a:xfrm>
            <a:off x="417600" y="1749600"/>
            <a:ext cx="362124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body"/>
          </p:nvPr>
        </p:nvSpPr>
        <p:spPr>
          <a:xfrm>
            <a:off x="410400" y="2505240"/>
            <a:ext cx="362124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rgbClr val="333333"/>
                </a:solidFill>
                <a:effectLst/>
                <a:uFillTx/>
                <a:latin typeface="Univers Next for HSBC Thin"/>
              </a:rPr>
              <a:t>20%</a:t>
            </a:r>
            <a:endParaRPr b="0" lang="en-US" sz="60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body"/>
          </p:nvPr>
        </p:nvSpPr>
        <p:spPr>
          <a:xfrm>
            <a:off x="410400" y="3536640"/>
            <a:ext cx="3621240" cy="108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33" name="PlaceHolder 6"/>
          <p:cNvSpPr>
            <a:spLocks noGrp="1"/>
          </p:cNvSpPr>
          <p:nvPr>
            <p:ph type="body"/>
          </p:nvPr>
        </p:nvSpPr>
        <p:spPr>
          <a:xfrm>
            <a:off x="410400" y="4738320"/>
            <a:ext cx="362124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rgbClr val="333333"/>
                </a:solidFill>
                <a:effectLst/>
                <a:uFillTx/>
                <a:latin typeface="Univers Next for HSBC Thin"/>
              </a:rPr>
              <a:t>20%</a:t>
            </a:r>
            <a:endParaRPr b="0" lang="en-US" sz="60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34" name="PlaceHolder 7"/>
          <p:cNvSpPr>
            <a:spLocks noGrp="1"/>
          </p:cNvSpPr>
          <p:nvPr>
            <p:ph type="body"/>
          </p:nvPr>
        </p:nvSpPr>
        <p:spPr>
          <a:xfrm>
            <a:off x="410400" y="5770080"/>
            <a:ext cx="3621240" cy="108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35" name="PlaceHolder 8"/>
          <p:cNvSpPr>
            <a:spLocks noGrp="1"/>
          </p:cNvSpPr>
          <p:nvPr>
            <p:ph type="body"/>
          </p:nvPr>
        </p:nvSpPr>
        <p:spPr>
          <a:xfrm>
            <a:off x="4684680" y="1749600"/>
            <a:ext cx="362124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add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Subtitle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36" name="PlaceHolder 9"/>
          <p:cNvSpPr>
            <a:spLocks noGrp="1"/>
          </p:cNvSpPr>
          <p:nvPr>
            <p:ph type="body"/>
          </p:nvPr>
        </p:nvSpPr>
        <p:spPr>
          <a:xfrm>
            <a:off x="4683600" y="2505240"/>
            <a:ext cx="362124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rgbClr val="333333"/>
                </a:solidFill>
                <a:effectLst/>
                <a:uFillTx/>
                <a:latin typeface="Univers Next for HSBC Thin"/>
              </a:rPr>
              <a:t>20%</a:t>
            </a:r>
            <a:endParaRPr b="0" lang="en-US" sz="60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37" name="PlaceHolder 10"/>
          <p:cNvSpPr>
            <a:spLocks noGrp="1"/>
          </p:cNvSpPr>
          <p:nvPr>
            <p:ph type="body"/>
          </p:nvPr>
        </p:nvSpPr>
        <p:spPr>
          <a:xfrm>
            <a:off x="4683600" y="3536640"/>
            <a:ext cx="3621240" cy="108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38" name="PlaceHolder 11"/>
          <p:cNvSpPr>
            <a:spLocks noGrp="1"/>
          </p:cNvSpPr>
          <p:nvPr>
            <p:ph type="body"/>
          </p:nvPr>
        </p:nvSpPr>
        <p:spPr>
          <a:xfrm>
            <a:off x="4683600" y="4738320"/>
            <a:ext cx="362124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rgbClr val="333333"/>
                </a:solidFill>
                <a:effectLst/>
                <a:uFillTx/>
                <a:latin typeface="Univers Next for HSBC Thin"/>
              </a:rPr>
              <a:t>20%</a:t>
            </a:r>
            <a:endParaRPr b="0" lang="en-US" sz="60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39" name="PlaceHolder 12"/>
          <p:cNvSpPr>
            <a:spLocks noGrp="1"/>
          </p:cNvSpPr>
          <p:nvPr>
            <p:ph type="body"/>
          </p:nvPr>
        </p:nvSpPr>
        <p:spPr>
          <a:xfrm>
            <a:off x="4683600" y="5770080"/>
            <a:ext cx="3621240" cy="108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40" name="PlaceHolder 13"/>
          <p:cNvSpPr>
            <a:spLocks noGrp="1"/>
          </p:cNvSpPr>
          <p:nvPr>
            <p:ph type="body"/>
          </p:nvPr>
        </p:nvSpPr>
        <p:spPr>
          <a:xfrm>
            <a:off x="8971200" y="1749600"/>
            <a:ext cx="3621240" cy="15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35000" indent="-125280" defTabSz="975240">
              <a:lnSpc>
                <a:spcPct val="12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“Lorem ipsum dolor sit amet, consectetur adipiscing elit, sed do eiusmod tempor incididunt ut labore”</a:t>
            </a:r>
            <a:endParaRPr b="0" lang="en-US" sz="18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41" name="PlaceHolder 14"/>
          <p:cNvSpPr>
            <a:spLocks noGrp="1"/>
          </p:cNvSpPr>
          <p:nvPr>
            <p:ph type="body"/>
          </p:nvPr>
        </p:nvSpPr>
        <p:spPr>
          <a:xfrm>
            <a:off x="8971200" y="3536640"/>
            <a:ext cx="3621240" cy="26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35000"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Insert name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42" name="PlaceHolder 15"/>
          <p:cNvSpPr>
            <a:spLocks noGrp="1"/>
          </p:cNvSpPr>
          <p:nvPr>
            <p:ph type="body"/>
          </p:nvPr>
        </p:nvSpPr>
        <p:spPr>
          <a:xfrm>
            <a:off x="8971200" y="3802680"/>
            <a:ext cx="3621240" cy="26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35000"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Insert job title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343" name="Background Graphic" descr="A white and grey square pattern&#10;&#10;AI-generated content may be incorrect."/>
          <p:cNvPicPr/>
          <p:nvPr/>
        </p:nvPicPr>
        <p:blipFill>
          <a:blip r:embed="rId2"/>
          <a:stretch/>
        </p:blipFill>
        <p:spPr>
          <a:xfrm>
            <a:off x="8668440" y="0"/>
            <a:ext cx="4334400" cy="731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Box 1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0982922F-8928-47C8-A134-8318759EB7D5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CB0E8983-A7CC-4541-9050-C4E1DA3E3CE7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350" name="Background Graphic" descr=""/>
          <p:cNvPicPr/>
          <p:nvPr/>
        </p:nvPicPr>
        <p:blipFill>
          <a:blip r:embed="rId2"/>
          <a:stretch/>
        </p:blipFill>
        <p:spPr>
          <a:xfrm>
            <a:off x="0" y="360"/>
            <a:ext cx="13003560" cy="7314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4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F1811FF1-1294-44EA-A367-DDEEFC0DB0A5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body"/>
          </p:nvPr>
        </p:nvSpPr>
        <p:spPr>
          <a:xfrm>
            <a:off x="424800" y="1749600"/>
            <a:ext cx="2361240" cy="47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 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44928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62532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80172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 type="body"/>
          </p:nvPr>
        </p:nvSpPr>
        <p:spPr>
          <a:xfrm>
            <a:off x="3123000" y="1749600"/>
            <a:ext cx="2361240" cy="47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44928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62532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80172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57" name="PlaceHolder 5"/>
          <p:cNvSpPr>
            <a:spLocks noGrp="1"/>
          </p:cNvSpPr>
          <p:nvPr>
            <p:ph type="body"/>
          </p:nvPr>
        </p:nvSpPr>
        <p:spPr>
          <a:xfrm>
            <a:off x="5821200" y="1749600"/>
            <a:ext cx="2361240" cy="47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44928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62532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80172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58" name="PlaceHolder 6"/>
          <p:cNvSpPr>
            <a:spLocks noGrp="1"/>
          </p:cNvSpPr>
          <p:nvPr>
            <p:ph type="body"/>
          </p:nvPr>
        </p:nvSpPr>
        <p:spPr>
          <a:xfrm>
            <a:off x="8519040" y="1749600"/>
            <a:ext cx="2361240" cy="47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272880" indent="-27288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44928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62532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379080"/>
                <a:tab algn="l" pos="124092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801720" indent="-176040" defTabSz="975240">
              <a:lnSpc>
                <a:spcPct val="112000"/>
              </a:lnSpc>
              <a:spcAft>
                <a:spcPts val="1199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808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59" name="TextBox 2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BC04EFAA-4908-4D1E-941F-B1C841D50839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0" name="Background Graphic" descr=""/>
          <p:cNvPicPr/>
          <p:nvPr/>
        </p:nvPicPr>
        <p:blipFill>
          <a:blip r:embed="rId2"/>
          <a:stretch/>
        </p:blipFill>
        <p:spPr>
          <a:xfrm>
            <a:off x="0" y="360"/>
            <a:ext cx="13003560" cy="7314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6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6E322CC8-8D62-421F-8028-70BA248407BA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1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10774800" y="1758240"/>
            <a:ext cx="1817640" cy="47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 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7928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360360" indent="-181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53964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711360" indent="-17136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66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body"/>
          </p:nvPr>
        </p:nvSpPr>
        <p:spPr>
          <a:xfrm>
            <a:off x="8702280" y="1758240"/>
            <a:ext cx="1817640" cy="47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 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7928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360360" indent="-181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53964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711360" indent="-17136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66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66" name="PlaceHolder 4"/>
          <p:cNvSpPr>
            <a:spLocks noGrp="1"/>
          </p:cNvSpPr>
          <p:nvPr>
            <p:ph type="body"/>
          </p:nvPr>
        </p:nvSpPr>
        <p:spPr>
          <a:xfrm>
            <a:off x="6630840" y="1758240"/>
            <a:ext cx="1817640" cy="47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 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7928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360360" indent="-181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53964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711360" indent="-17136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66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67" name="PlaceHolder 5"/>
          <p:cNvSpPr>
            <a:spLocks noGrp="1"/>
          </p:cNvSpPr>
          <p:nvPr>
            <p:ph type="body"/>
          </p:nvPr>
        </p:nvSpPr>
        <p:spPr>
          <a:xfrm>
            <a:off x="4563720" y="1758240"/>
            <a:ext cx="1817640" cy="47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 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7928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360360" indent="-181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53964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711360" indent="-17136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66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68" name="PlaceHolder 6"/>
          <p:cNvSpPr>
            <a:spLocks noGrp="1"/>
          </p:cNvSpPr>
          <p:nvPr>
            <p:ph type="body"/>
          </p:nvPr>
        </p:nvSpPr>
        <p:spPr>
          <a:xfrm>
            <a:off x="2504880" y="1758240"/>
            <a:ext cx="1817640" cy="47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 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7928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360360" indent="-181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53964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711360" indent="-17136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66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69" name="PlaceHolder 7"/>
          <p:cNvSpPr>
            <a:spLocks noGrp="1"/>
          </p:cNvSpPr>
          <p:nvPr>
            <p:ph type="body"/>
          </p:nvPr>
        </p:nvSpPr>
        <p:spPr>
          <a:xfrm>
            <a:off x="424800" y="1758240"/>
            <a:ext cx="1817640" cy="47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 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7928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SzPct val="80000"/>
              <a:buFont typeface="Wingdings" charset="2"/>
              <a:buChar char=""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2" marL="360360" indent="-1810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•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3" marL="539640" indent="-17928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12398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Fourth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4" marL="711360" indent="-171360" defTabSz="975240">
              <a:lnSpc>
                <a:spcPct val="112000"/>
              </a:lnSpc>
              <a:spcBef>
                <a:spcPts val="601"/>
              </a:spcBef>
              <a:spcAft>
                <a:spcPts val="601"/>
              </a:spcAft>
              <a:buClr>
                <a:srgbClr val="db0011"/>
              </a:buClr>
              <a:buFont typeface="Univers Next for HSBC Light"/>
              <a:buChar char="–"/>
              <a:tabLst>
                <a:tab algn="l" pos="200664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Fifth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70" name="PlaceHolder 8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71" name="PlaceHolder 9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ographi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853519C0-3ADE-4BDF-BF58-E533FF86F79A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1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8955720" y="3279960"/>
            <a:ext cx="3621240" cy="280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75240">
              <a:lnSpc>
                <a:spcPct val="112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 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cxnSp>
        <p:nvCxnSpPr>
          <p:cNvPr id="376" name="Graphic 3"/>
          <p:cNvCxnSpPr/>
          <p:nvPr/>
        </p:nvCxnSpPr>
        <p:spPr>
          <a:xfrm>
            <a:off x="8955360" y="3078720"/>
            <a:ext cx="3621960" cy="360"/>
          </a:xfrm>
          <a:prstGeom prst="straightConnector1">
            <a:avLst/>
          </a:prstGeom>
          <a:ln w="12700">
            <a:solidFill>
              <a:srgbClr val="333333"/>
            </a:solidFill>
          </a:ln>
        </p:spPr>
      </p:cxn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10057320" y="1758960"/>
            <a:ext cx="2519640" cy="100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Aft>
                <a:spcPts val="853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20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rgbClr val="333333"/>
                </a:solidFill>
                <a:effectLst/>
                <a:uFillTx/>
                <a:latin typeface="Univers Next for HSBC Regular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8955720" y="1760040"/>
            <a:ext cx="1007640" cy="100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0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 type="body"/>
          </p:nvPr>
        </p:nvSpPr>
        <p:spPr>
          <a:xfrm>
            <a:off x="4690080" y="3304800"/>
            <a:ext cx="3621240" cy="278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75240">
              <a:lnSpc>
                <a:spcPct val="112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 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cxnSp>
        <p:nvCxnSpPr>
          <p:cNvPr id="380" name="Graphic 2"/>
          <p:cNvCxnSpPr/>
          <p:nvPr/>
        </p:nvCxnSpPr>
        <p:spPr>
          <a:xfrm>
            <a:off x="4690080" y="3078720"/>
            <a:ext cx="3621960" cy="360"/>
          </a:xfrm>
          <a:prstGeom prst="straightConnector1">
            <a:avLst/>
          </a:prstGeom>
          <a:ln w="12700">
            <a:solidFill>
              <a:srgbClr val="333333"/>
            </a:solidFill>
          </a:ln>
        </p:spPr>
      </p:cxnSp>
      <p:sp>
        <p:nvSpPr>
          <p:cNvPr id="381" name="PlaceHolder 6"/>
          <p:cNvSpPr>
            <a:spLocks noGrp="1"/>
          </p:cNvSpPr>
          <p:nvPr>
            <p:ph type="body"/>
          </p:nvPr>
        </p:nvSpPr>
        <p:spPr>
          <a:xfrm>
            <a:off x="5791680" y="1760040"/>
            <a:ext cx="2519640" cy="100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Aft>
                <a:spcPts val="853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20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rgbClr val="333333"/>
                </a:solidFill>
                <a:effectLst/>
                <a:uFillTx/>
                <a:latin typeface="Univers Next for HSBC Regular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82" name="PlaceHolder 7"/>
          <p:cNvSpPr>
            <a:spLocks noGrp="1"/>
          </p:cNvSpPr>
          <p:nvPr>
            <p:ph type="body"/>
          </p:nvPr>
        </p:nvSpPr>
        <p:spPr>
          <a:xfrm>
            <a:off x="4690080" y="1760040"/>
            <a:ext cx="1007640" cy="100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0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83" name="PlaceHolder 8"/>
          <p:cNvSpPr>
            <a:spLocks noGrp="1"/>
          </p:cNvSpPr>
          <p:nvPr>
            <p:ph type="body"/>
          </p:nvPr>
        </p:nvSpPr>
        <p:spPr>
          <a:xfrm>
            <a:off x="424800" y="3317400"/>
            <a:ext cx="3621240" cy="276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75240">
              <a:lnSpc>
                <a:spcPct val="112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cxnSp>
        <p:nvCxnSpPr>
          <p:cNvPr id="384" name="Graphic 1"/>
          <p:cNvCxnSpPr/>
          <p:nvPr/>
        </p:nvCxnSpPr>
        <p:spPr>
          <a:xfrm>
            <a:off x="424800" y="3078720"/>
            <a:ext cx="3621960" cy="360"/>
          </a:xfrm>
          <a:prstGeom prst="straightConnector1">
            <a:avLst/>
          </a:prstGeom>
          <a:ln w="12700">
            <a:solidFill>
              <a:srgbClr val="333333"/>
            </a:solidFill>
          </a:ln>
        </p:spPr>
      </p:cxnSp>
      <p:sp>
        <p:nvSpPr>
          <p:cNvPr id="385" name="PlaceHolder 9"/>
          <p:cNvSpPr>
            <a:spLocks noGrp="1"/>
          </p:cNvSpPr>
          <p:nvPr>
            <p:ph type="body"/>
          </p:nvPr>
        </p:nvSpPr>
        <p:spPr>
          <a:xfrm>
            <a:off x="1526400" y="1760040"/>
            <a:ext cx="2519640" cy="100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Aft>
                <a:spcPts val="853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text</a:t>
            </a:r>
            <a:endParaRPr b="0" lang="en-US" sz="20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rgbClr val="333333"/>
                </a:solidFill>
                <a:effectLst/>
                <a:uFillTx/>
                <a:latin typeface="Univers Next for HSBC Regular"/>
              </a:rPr>
              <a:t>Second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Third level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86" name="PlaceHolder 10"/>
          <p:cNvSpPr>
            <a:spLocks noGrp="1"/>
          </p:cNvSpPr>
          <p:nvPr>
            <p:ph type="body"/>
          </p:nvPr>
        </p:nvSpPr>
        <p:spPr>
          <a:xfrm>
            <a:off x="424800" y="1760040"/>
            <a:ext cx="1007640" cy="100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05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Click icon to add picture</a:t>
            </a:r>
            <a:endParaRPr b="0" lang="en-US" sz="105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87" name="PlaceHolder 11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88" name="PlaceHolder 12"/>
          <p:cNvSpPr>
            <a:spLocks noGrp="1"/>
          </p:cNvSpPr>
          <p:nvPr>
            <p:ph type="title"/>
          </p:nvPr>
        </p:nvSpPr>
        <p:spPr>
          <a:xfrm>
            <a:off x="417600" y="40464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ey Mess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7DC9CDB5-C83F-478D-ADD8-A83D3B431A37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sclaim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130965D4-44C7-4E62-94DE-CBBDD64EE771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body"/>
          </p:nvPr>
        </p:nvSpPr>
        <p:spPr>
          <a:xfrm>
            <a:off x="417600" y="1749600"/>
            <a:ext cx="12167640" cy="4752720"/>
          </a:xfrm>
          <a:prstGeom prst="rect">
            <a:avLst/>
          </a:prstGeom>
          <a:noFill/>
          <a:ln w="0">
            <a:noFill/>
          </a:ln>
        </p:spPr>
        <p:txBody>
          <a:bodyPr numCol="2" spcCol="360000" lIns="0" rIns="0" tIns="0" bIns="0" anchor="t">
            <a:norm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GB" sz="107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107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396" name="PlaceHolder 4"/>
          <p:cNvSpPr>
            <a:spLocks noGrp="1"/>
          </p:cNvSpPr>
          <p:nvPr>
            <p:ph type="body"/>
          </p:nvPr>
        </p:nvSpPr>
        <p:spPr>
          <a:xfrm>
            <a:off x="425520" y="6764760"/>
            <a:ext cx="38858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Master text styles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lvl="1" marL="181080" indent="-181080" defTabSz="975240">
              <a:lnSpc>
                <a:spcPct val="100000"/>
              </a:lnSpc>
              <a:buClr>
                <a:srgbClr val="db0011"/>
              </a:buClr>
              <a:buSzPct val="80000"/>
              <a:buFont typeface="Univers Next for HSBC Light"/>
              <a:buAutoNum type="arabicPeriod"/>
              <a:tabLst>
                <a:tab algn="l" pos="0"/>
              </a:tabLst>
            </a:pPr>
            <a:r>
              <a:rPr b="0" lang="en-GB" sz="9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Second level</a:t>
            </a:r>
            <a:endParaRPr b="0" lang="en-US" sz="9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d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5" hidden="1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E7DA3F75-C4AD-470D-B1EC-334F93D99D4F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9" name="How We Lead Logo" descr="How We Lead Logo"/>
          <p:cNvPicPr/>
          <p:nvPr/>
        </p:nvPicPr>
        <p:blipFill>
          <a:blip r:embed="rId2"/>
          <a:stretch/>
        </p:blipFill>
        <p:spPr>
          <a:xfrm>
            <a:off x="4380840" y="1782360"/>
            <a:ext cx="4240800" cy="3750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onten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063D836D-50C6-416F-B9C6-15B22D2F74EF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1"/>
          <p:cNvSpPr>
            <a:spLocks noGrp="1"/>
          </p:cNvSpPr>
          <p:nvPr>
            <p:ph type="body"/>
          </p:nvPr>
        </p:nvSpPr>
        <p:spPr>
          <a:xfrm>
            <a:off x="417600" y="717840"/>
            <a:ext cx="12168000" cy="60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edit subtitle</a:t>
            </a:r>
            <a:endParaRPr b="0" lang="en-US" sz="24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404" name="Background Graphic" descr="A red and white background with many small squares&#10;&#10;AI-generated content may be incorrect."/>
          <p:cNvPicPr/>
          <p:nvPr/>
        </p:nvPicPr>
        <p:blipFill>
          <a:blip r:embed="rId2"/>
          <a:stretch/>
        </p:blipFill>
        <p:spPr>
          <a:xfrm>
            <a:off x="8668440" y="0"/>
            <a:ext cx="4334400" cy="731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5" name="Background Image" descr="A person and person standing in front of a window&#10;&#10;AI-generated content may be incorrect."/>
          <p:cNvPicPr/>
          <p:nvPr/>
        </p:nvPicPr>
        <p:blipFill>
          <a:blip r:embed="rId3"/>
          <a:stretch/>
        </p:blipFill>
        <p:spPr>
          <a:xfrm>
            <a:off x="4334040" y="0"/>
            <a:ext cx="4334400" cy="731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TextBox 1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DD5C4621-5F09-4D35-9D1D-8476DEFA6030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Small and Bold HWL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5" hidden="1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914F73FF-F782-42B5-95DA-7F9C10AD1161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417600" y="2780640"/>
            <a:ext cx="4391280" cy="97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3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section title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417600" y="4018680"/>
            <a:ext cx="4391280" cy="20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add section detail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Section Small and Bold HWL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5" hidden="1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38A42FA5-3ACE-4B9D-A47C-C3EA59CEAE44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417600" y="2780640"/>
            <a:ext cx="4391280" cy="97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3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section title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417600" y="4018680"/>
            <a:ext cx="4391280" cy="20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add section detail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Section Small and Bold HWL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5" hidden="1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E4AE3120-A689-4768-A6F8-9ACE903334BF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417600" y="2780640"/>
            <a:ext cx="4391280" cy="97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GB" sz="3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Click to edit section title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417600" y="4018680"/>
            <a:ext cx="4391280" cy="20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Click to add section detail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TextBox 3" hidden="1"/>
          <p:cNvSpPr/>
          <p:nvPr/>
        </p:nvSpPr>
        <p:spPr>
          <a:xfrm>
            <a:off x="6316560" y="7099200"/>
            <a:ext cx="398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5"/>
          <p:cNvSpPr/>
          <p:nvPr/>
        </p:nvSpPr>
        <p:spPr>
          <a:xfrm>
            <a:off x="12339720" y="7081200"/>
            <a:ext cx="3744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r" defTabSz="975240">
              <a:lnSpc>
                <a:spcPct val="100000"/>
              </a:lnSpc>
              <a:tabLst>
                <a:tab algn="l" pos="0"/>
              </a:tabLst>
            </a:pPr>
            <a:fld id="{9DFE3572-AF91-4AB2-9E21-EA61CF0C693B}" type="slidenum">
              <a:rPr b="0" lang="en-US" sz="900" strike="noStrike" u="none">
                <a:solidFill>
                  <a:srgbClr val="000000"/>
                </a:solidFill>
                <a:effectLst/>
                <a:uFillTx/>
                <a:latin typeface="Univers Next for HSBC Light"/>
              </a:rPr>
              <a:t>8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1"/>
          <p:cNvSpPr>
            <a:spLocks noGrp="1"/>
          </p:cNvSpPr>
          <p:nvPr>
            <p:ph type="body"/>
          </p:nvPr>
        </p:nvSpPr>
        <p:spPr>
          <a:xfrm>
            <a:off x="424800" y="1085400"/>
            <a:ext cx="12171600" cy="514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87440" indent="-528480" defTabSz="97524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7200" spc="-20" strike="noStrike" u="none">
                <a:solidFill>
                  <a:srgbClr val="333333"/>
                </a:solidFill>
                <a:effectLst/>
                <a:uFillTx/>
                <a:latin typeface="Univers Next for HSBC Thin"/>
              </a:rPr>
              <a:t>“Click to edit quote”</a:t>
            </a:r>
            <a:endParaRPr b="0" lang="en-US" sz="72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492120" indent="0" defTabSz="975240">
              <a:lnSpc>
                <a:spcPct val="112000"/>
              </a:lnSpc>
              <a:spcBef>
                <a:spcPts val="2401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rgbClr val="333333"/>
                </a:solidFill>
                <a:effectLst/>
                <a:uFillTx/>
                <a:latin typeface="Univers Next for HSBC Regular"/>
              </a:rPr>
              <a:t>Second level</a:t>
            </a:r>
            <a:endParaRPr b="0" lang="en-US" sz="20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422" name="Background Graphic" descr="A white and grey background&#10;&#10;AI-generated content may be incorrect."/>
          <p:cNvPicPr/>
          <p:nvPr/>
        </p:nvPicPr>
        <p:blipFill>
          <a:blip r:embed="rId2"/>
          <a:stretch/>
        </p:blipFill>
        <p:spPr>
          <a:xfrm>
            <a:off x="8668440" y="0"/>
            <a:ext cx="4334400" cy="7314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2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2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2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324000" y="324000"/>
            <a:ext cx="4319640" cy="160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ts val="3900"/>
              </a:lnSpc>
              <a:buNone/>
            </a:pPr>
            <a:r>
              <a:rPr b="0" lang="en-US" sz="4000" spc="-2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Payment Processing System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255240" y="2990160"/>
            <a:ext cx="4316760" cy="6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Team Members: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 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Vinay Patel</a:t>
            </a:r>
            <a:br>
              <a:rPr sz="2000"/>
            </a:b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Raghav Lathi</a:t>
            </a:r>
            <a:br>
              <a:rPr sz="2000"/>
            </a:b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Priyanshu Bariyar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/>
          </p:nvPr>
        </p:nvSpPr>
        <p:spPr>
          <a:xfrm>
            <a:off x="324000" y="5776200"/>
            <a:ext cx="4316760" cy="6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Prepared by: Team AutoWired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12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Date:</a:t>
            </a: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	</a:t>
            </a: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  7</a:t>
            </a:r>
            <a:r>
              <a:rPr b="0" lang="en-US" sz="1600" strike="noStrike" u="none" baseline="33000">
                <a:solidFill>
                  <a:schemeClr val="lt1"/>
                </a:solidFill>
                <a:effectLst/>
                <a:uFillTx/>
                <a:latin typeface="Univers Next for HSBC Light"/>
              </a:rPr>
              <a:t>th</a:t>
            </a: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 August 2026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32" name="Subtitle 5"/>
          <p:cNvSpPr txBox="1"/>
          <p:nvPr/>
        </p:nvSpPr>
        <p:spPr>
          <a:xfrm>
            <a:off x="228600" y="5228280"/>
            <a:ext cx="4800600" cy="48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defTabSz="975240">
              <a:lnSpc>
                <a:spcPct val="112000"/>
              </a:lnSpc>
              <a:spcBef>
                <a:spcPts val="601"/>
              </a:spcBef>
              <a:tabLst>
                <a:tab algn="l" pos="0"/>
              </a:tabLst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Univers Next for HSBC Light"/>
              </a:rPr>
              <a:t>Enterprise grade payment infrastructure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buNone/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Table of Content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34" name="TextBox 37"/>
          <p:cNvSpPr/>
          <p:nvPr/>
        </p:nvSpPr>
        <p:spPr>
          <a:xfrm>
            <a:off x="533880" y="2213280"/>
            <a:ext cx="43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Covers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38"/>
          <p:cNvSpPr/>
          <p:nvPr/>
        </p:nvSpPr>
        <p:spPr>
          <a:xfrm>
            <a:off x="5328000" y="2213280"/>
            <a:ext cx="7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01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39"/>
          <p:cNvSpPr/>
          <p:nvPr/>
        </p:nvSpPr>
        <p:spPr>
          <a:xfrm>
            <a:off x="533880" y="2639880"/>
            <a:ext cx="43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Table of contents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40"/>
          <p:cNvSpPr/>
          <p:nvPr/>
        </p:nvSpPr>
        <p:spPr>
          <a:xfrm>
            <a:off x="5328000" y="2639880"/>
            <a:ext cx="7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02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41"/>
          <p:cNvSpPr/>
          <p:nvPr/>
        </p:nvSpPr>
        <p:spPr>
          <a:xfrm>
            <a:off x="533880" y="3066120"/>
            <a:ext cx="43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Problem Statement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42"/>
          <p:cNvSpPr/>
          <p:nvPr/>
        </p:nvSpPr>
        <p:spPr>
          <a:xfrm>
            <a:off x="5328000" y="3066120"/>
            <a:ext cx="7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03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43"/>
          <p:cNvSpPr/>
          <p:nvPr/>
        </p:nvSpPr>
        <p:spPr>
          <a:xfrm>
            <a:off x="533880" y="3492720"/>
            <a:ext cx="43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Proposed Solution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44"/>
          <p:cNvSpPr/>
          <p:nvPr/>
        </p:nvSpPr>
        <p:spPr>
          <a:xfrm>
            <a:off x="5328000" y="3492720"/>
            <a:ext cx="7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04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45"/>
          <p:cNvSpPr/>
          <p:nvPr/>
        </p:nvSpPr>
        <p:spPr>
          <a:xfrm>
            <a:off x="533880" y="3919320"/>
            <a:ext cx="43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Features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46"/>
          <p:cNvSpPr/>
          <p:nvPr/>
        </p:nvSpPr>
        <p:spPr>
          <a:xfrm>
            <a:off x="5328000" y="3919320"/>
            <a:ext cx="7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05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47"/>
          <p:cNvSpPr/>
          <p:nvPr/>
        </p:nvSpPr>
        <p:spPr>
          <a:xfrm>
            <a:off x="533880" y="4345920"/>
            <a:ext cx="43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Architecture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48"/>
          <p:cNvSpPr/>
          <p:nvPr/>
        </p:nvSpPr>
        <p:spPr>
          <a:xfrm>
            <a:off x="5328000" y="4345920"/>
            <a:ext cx="7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06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49"/>
          <p:cNvSpPr/>
          <p:nvPr/>
        </p:nvSpPr>
        <p:spPr>
          <a:xfrm>
            <a:off x="533880" y="4772160"/>
            <a:ext cx="43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Tech Stack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50"/>
          <p:cNvSpPr/>
          <p:nvPr/>
        </p:nvSpPr>
        <p:spPr>
          <a:xfrm>
            <a:off x="5328000" y="4772160"/>
            <a:ext cx="7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07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51"/>
          <p:cNvSpPr/>
          <p:nvPr/>
        </p:nvSpPr>
        <p:spPr>
          <a:xfrm>
            <a:off x="533880" y="5198760"/>
            <a:ext cx="43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Demo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52"/>
          <p:cNvSpPr/>
          <p:nvPr/>
        </p:nvSpPr>
        <p:spPr>
          <a:xfrm>
            <a:off x="5328000" y="5198760"/>
            <a:ext cx="7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08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53"/>
          <p:cNvSpPr/>
          <p:nvPr/>
        </p:nvSpPr>
        <p:spPr>
          <a:xfrm>
            <a:off x="533880" y="5625360"/>
            <a:ext cx="43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Business Impact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54"/>
          <p:cNvSpPr/>
          <p:nvPr/>
        </p:nvSpPr>
        <p:spPr>
          <a:xfrm>
            <a:off x="5328000" y="5625360"/>
            <a:ext cx="719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75240">
              <a:lnSpc>
                <a:spcPct val="100000"/>
              </a:lnSpc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09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2" name="Straight Connecto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25160" y="1936800"/>
            <a:ext cx="5652360" cy="360"/>
          </a:xfrm>
          <a:prstGeom prst="straightConnector1">
            <a:avLst/>
          </a:prstGeom>
          <a:ln w="12700">
            <a:solidFill>
              <a:srgbClr val="333333"/>
            </a:solidFill>
          </a:ln>
        </p:spPr>
      </p:cxnSp>
      <p:cxnSp>
        <p:nvCxnSpPr>
          <p:cNvPr id="453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25160" y="6148440"/>
            <a:ext cx="5652360" cy="360"/>
          </a:xfrm>
          <a:prstGeom prst="straightConnector1">
            <a:avLst/>
          </a:prstGeom>
          <a:ln w="12700">
            <a:solidFill>
              <a:srgbClr val="333333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Problem Statement</a:t>
            </a:r>
            <a:br>
              <a:rPr sz="2400"/>
            </a:br>
            <a:endParaRPr b="1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455" name="" descr=""/>
          <p:cNvPicPr/>
          <p:nvPr/>
        </p:nvPicPr>
        <p:blipFill>
          <a:blip r:embed="rId1"/>
          <a:stretch/>
        </p:blipFill>
        <p:spPr>
          <a:xfrm>
            <a:off x="457200" y="2558160"/>
            <a:ext cx="3886200" cy="186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5550480" y="2345760"/>
            <a:ext cx="5650920" cy="474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75240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90000"/>
              <a:buFont typeface="Symbol" charset="2"/>
              <a:buChar char=""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Manual/legacy payment flows lack lifecycle visibility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432000" indent="-324000" defTabSz="975240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90000"/>
              <a:buFont typeface="Symbol" charset="2"/>
              <a:buChar char=""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No unified audit trail across payment stages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432000" indent="-324000" defTabSz="975240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90000"/>
              <a:buFont typeface="Symbol" charset="2"/>
              <a:buChar char=""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Fraudulent transactions often go undetected in real time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432000" indent="-324000" defTabSz="975240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90000"/>
              <a:buFont typeface="Symbol" charset="2"/>
              <a:buChar char=""/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Rigid fee structures can't adapt to business needs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indent="0" defTabSz="975240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Title 10"/>
          <p:cNvSpPr txBox="1"/>
          <p:nvPr/>
        </p:nvSpPr>
        <p:spPr>
          <a:xfrm>
            <a:off x="417960" y="417960"/>
            <a:ext cx="58172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defTabSz="975240">
              <a:lnSpc>
                <a:spcPct val="8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Proposed Solution</a:t>
            </a:r>
            <a:br>
              <a:rPr sz="2400"/>
            </a:br>
            <a:endParaRPr b="1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58" name="Content Placeholder 1"/>
          <p:cNvSpPr txBox="1"/>
          <p:nvPr/>
        </p:nvSpPr>
        <p:spPr>
          <a:xfrm>
            <a:off x="5715360" y="2057400"/>
            <a:ext cx="579564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End-to-end payment processing platform with full lifecycle tracking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Two dedicated portals: Customer &amp; Bank Admin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Automated validation, fraud scoring, and fee calculation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Secure PIN/OTP authentication before payment execution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Real-time dashboards for operational visibility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459" name="" descr=""/>
          <p:cNvPicPr/>
          <p:nvPr/>
        </p:nvPicPr>
        <p:blipFill>
          <a:blip r:embed="rId1"/>
          <a:stretch/>
        </p:blipFill>
        <p:spPr>
          <a:xfrm>
            <a:off x="78840" y="1851480"/>
            <a:ext cx="5178960" cy="340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Title 11"/>
          <p:cNvSpPr txBox="1"/>
          <p:nvPr/>
        </p:nvSpPr>
        <p:spPr>
          <a:xfrm>
            <a:off x="417960" y="417960"/>
            <a:ext cx="58172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defTabSz="975240">
              <a:lnSpc>
                <a:spcPct val="8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Scope of Project</a:t>
            </a:r>
            <a:endParaRPr b="1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461" name="" descr=""/>
          <p:cNvPicPr/>
          <p:nvPr/>
        </p:nvPicPr>
        <p:blipFill>
          <a:blip r:embed="rId1"/>
          <a:stretch/>
        </p:blipFill>
        <p:spPr>
          <a:xfrm>
            <a:off x="1119960" y="2286000"/>
            <a:ext cx="3429000" cy="228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Content Placeholder 3"/>
          <p:cNvSpPr txBox="1"/>
          <p:nvPr/>
        </p:nvSpPr>
        <p:spPr>
          <a:xfrm>
            <a:off x="5097240" y="2210040"/>
            <a:ext cx="579564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In Scope:        Full payment lifecycle, dual portals (Customer + Bank-                         Admin), fraud scoring, dynamic fees, PIN/OTP auth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Out of Scope: Live payment gateway/network integration                                            (simulated internally)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Target Users: Bank customers &amp; bank operations teams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Current State: Functional prototype/training project, not                                            production-hardened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Title 12"/>
          <p:cNvSpPr txBox="1"/>
          <p:nvPr/>
        </p:nvSpPr>
        <p:spPr>
          <a:xfrm>
            <a:off x="417960" y="417960"/>
            <a:ext cx="58172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defTabSz="975240">
              <a:lnSpc>
                <a:spcPct val="80000"/>
              </a:lnSpc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Features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64" name="Content Placeholder 19"/>
          <p:cNvSpPr txBox="1"/>
          <p:nvPr/>
        </p:nvSpPr>
        <p:spPr>
          <a:xfrm>
            <a:off x="417960" y="2476440"/>
            <a:ext cx="579564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Multi-Method Payments (UPI / NetBanking / Credit Card)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PIN &amp; OTP Authentication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Real-Time Fraud Risk Scoring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Dynamic Fee Rule Engine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Full Audit Trail &amp; Status History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Bank Admin Dashboard &amp; Fraud Review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Title 16"/>
          <p:cNvSpPr txBox="1"/>
          <p:nvPr/>
        </p:nvSpPr>
        <p:spPr>
          <a:xfrm>
            <a:off x="417960" y="417960"/>
            <a:ext cx="58172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defTabSz="975240">
              <a:lnSpc>
                <a:spcPct val="80000"/>
              </a:lnSpc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Architecture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66" name="Text Placeholder 13"/>
          <p:cNvSpPr txBox="1"/>
          <p:nvPr/>
        </p:nvSpPr>
        <p:spPr>
          <a:xfrm>
            <a:off x="417600" y="1749960"/>
            <a:ext cx="57963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defTabSz="975240">
              <a:lnSpc>
                <a:spcPct val="112000"/>
              </a:lnSpc>
              <a:tabLst>
                <a:tab algn="l" pos="0"/>
              </a:tabLst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Workflow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defTabSz="975240">
              <a:lnSpc>
                <a:spcPct val="112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67" name="Content Placeholder 20"/>
          <p:cNvSpPr txBox="1"/>
          <p:nvPr/>
        </p:nvSpPr>
        <p:spPr>
          <a:xfrm>
            <a:off x="417960" y="2476440"/>
            <a:ext cx="5795640" cy="41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Customer initiates payment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Authentication (PIN/OTP verification)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Validation (amount, account, method checks)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Risk Scoring (fraud detection engine)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Fee Calculation &amp; Settlement (auto or manual review)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468" name="" descr=""/>
          <p:cNvPicPr/>
          <p:nvPr/>
        </p:nvPicPr>
        <p:blipFill>
          <a:blip r:embed="rId1"/>
          <a:stretch/>
        </p:blipFill>
        <p:spPr>
          <a:xfrm>
            <a:off x="7635240" y="685800"/>
            <a:ext cx="4023360" cy="594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Tech Stack</a:t>
            </a:r>
            <a:endParaRPr b="1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470" name="" descr=""/>
          <p:cNvPicPr/>
          <p:nvPr/>
        </p:nvPicPr>
        <p:blipFill>
          <a:blip r:embed="rId1"/>
          <a:stretch/>
        </p:blipFill>
        <p:spPr>
          <a:xfrm>
            <a:off x="709920" y="1191240"/>
            <a:ext cx="2352240" cy="316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1" name="" descr=""/>
          <p:cNvPicPr/>
          <p:nvPr/>
        </p:nvPicPr>
        <p:blipFill>
          <a:blip r:embed="rId2"/>
          <a:stretch/>
        </p:blipFill>
        <p:spPr>
          <a:xfrm>
            <a:off x="4880520" y="1712520"/>
            <a:ext cx="2219040" cy="2047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2" name="" descr=""/>
          <p:cNvPicPr/>
          <p:nvPr/>
        </p:nvPicPr>
        <p:blipFill>
          <a:blip r:embed="rId3"/>
          <a:stretch/>
        </p:blipFill>
        <p:spPr>
          <a:xfrm>
            <a:off x="9228960" y="1101240"/>
            <a:ext cx="2161800" cy="348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3" name="" descr=""/>
          <p:cNvPicPr/>
          <p:nvPr/>
        </p:nvPicPr>
        <p:blipFill>
          <a:blip r:embed="rId4"/>
          <a:stretch/>
        </p:blipFill>
        <p:spPr>
          <a:xfrm>
            <a:off x="2342880" y="5086440"/>
            <a:ext cx="8086320" cy="127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Title 19"/>
          <p:cNvSpPr txBox="1"/>
          <p:nvPr/>
        </p:nvSpPr>
        <p:spPr>
          <a:xfrm>
            <a:off x="417960" y="417960"/>
            <a:ext cx="5795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defTabSz="975240">
              <a:lnSpc>
                <a:spcPct val="8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Univers Next for HSBC Bold"/>
              </a:rPr>
              <a:t>Demo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75" name="Text Placeholder 16"/>
          <p:cNvSpPr txBox="1"/>
          <p:nvPr/>
        </p:nvSpPr>
        <p:spPr>
          <a:xfrm>
            <a:off x="417960" y="1749960"/>
            <a:ext cx="57963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defTabSz="975240">
              <a:lnSpc>
                <a:spcPct val="112000"/>
              </a:lnSpc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Bold"/>
              </a:rPr>
              <a:t>Demo Flow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76" name="Content Placeholder 21"/>
          <p:cNvSpPr txBox="1"/>
          <p:nvPr/>
        </p:nvSpPr>
        <p:spPr>
          <a:xfrm>
            <a:off x="417960" y="2476440"/>
            <a:ext cx="579564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Customer Portal: Link account → Make Payment (PIN/OTP)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View Payment Status &amp; History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Bank Admin: Overview Dashboard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Fraud Alerts: Review &amp; Approve/Reject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Fee Rules Configuration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417600" y="417600"/>
            <a:ext cx="58172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75240">
              <a:lnSpc>
                <a:spcPct val="8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Univers Next for HSBC Bold"/>
              </a:rPr>
              <a:t>Non-Functional Requirements (NFR) </a:t>
            </a:r>
            <a:br>
              <a:rPr sz="2400"/>
            </a:br>
            <a:endParaRPr b="0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7543800" y="4343400"/>
            <a:ext cx="4800600" cy="26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35000" indent="0" defTabSz="97524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LIGHTHOUSE REPORT OF WEBSITE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79" name="Content Placeholder 22"/>
          <p:cNvSpPr txBox="1"/>
          <p:nvPr/>
        </p:nvSpPr>
        <p:spPr>
          <a:xfrm>
            <a:off x="0" y="2146680"/>
            <a:ext cx="579564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Accessibility: Semantic HTML, ARIA labels, keyboard-navigable modals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Performance: Optimized polling intervals, memoized rendering, async API calls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SEO: Clean routing, semantic markup, meta tags for discoverability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Reliability: Idempotency handling, error boundaries, full audit trail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Scalability: Layered architecture ready for horizontal scaling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480" name="" descr=""/>
          <p:cNvPicPr/>
          <p:nvPr/>
        </p:nvPicPr>
        <p:blipFill>
          <a:blip r:embed="rId1"/>
          <a:stretch/>
        </p:blipFill>
        <p:spPr>
          <a:xfrm>
            <a:off x="6858000" y="2286000"/>
            <a:ext cx="4993560" cy="173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Title 20"/>
          <p:cNvSpPr txBox="1"/>
          <p:nvPr/>
        </p:nvSpPr>
        <p:spPr>
          <a:xfrm>
            <a:off x="417960" y="417960"/>
            <a:ext cx="5795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defTabSz="975240">
              <a:lnSpc>
                <a:spcPct val="8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Univers Next for HSBC Bold"/>
              </a:rPr>
              <a:t>Future Enhancements</a:t>
            </a:r>
            <a:br>
              <a:rPr sz="2400"/>
            </a:br>
            <a:endParaRPr b="1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82" name="Content Placeholder 23"/>
          <p:cNvSpPr txBox="1"/>
          <p:nvPr/>
        </p:nvSpPr>
        <p:spPr>
          <a:xfrm>
            <a:off x="417960" y="2476440"/>
            <a:ext cx="579564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Spring Security: JWT/OAuth2-based authentication &amp; role-based access control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REST API Maturity: API versioning, HATEOAS, full OpenAPI/Swagger documentation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Internationalization (i18n): Multi-language UI support for global customers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Advanced Security: Data encryption at rest, rate limiting, enhanced audit logging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Univers Next for HSBC Light"/>
              </a:rPr>
              <a:t>Real Gateway Integration: Connect to live payment networks (Visa/SWIFT/UPI rails)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itle 21"/>
          <p:cNvSpPr txBox="1"/>
          <p:nvPr/>
        </p:nvSpPr>
        <p:spPr>
          <a:xfrm>
            <a:off x="417960" y="417960"/>
            <a:ext cx="12167640" cy="2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defTabSz="975240">
              <a:lnSpc>
                <a:spcPct val="8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333333"/>
                </a:solidFill>
                <a:effectLst/>
                <a:uFillTx/>
                <a:latin typeface="Univers Next for HSBC Bold"/>
              </a:rPr>
              <a:t>Business Impact</a:t>
            </a:r>
            <a:br>
              <a:rPr sz="2400"/>
            </a:br>
            <a:endParaRPr b="1" lang="en-US" sz="2400" strike="noStrike" u="none">
              <a:solidFill>
                <a:schemeClr val="dk1"/>
              </a:solidFill>
              <a:effectLst/>
              <a:uFillTx/>
              <a:latin typeface="Univers Next for HSBC Light"/>
            </a:endParaRPr>
          </a:p>
        </p:txBody>
      </p:sp>
      <p:sp>
        <p:nvSpPr>
          <p:cNvPr id="484" name="Content Placeholder 24"/>
          <p:cNvSpPr txBox="1"/>
          <p:nvPr/>
        </p:nvSpPr>
        <p:spPr>
          <a:xfrm>
            <a:off x="417960" y="2476440"/>
            <a:ext cx="579564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Faster, transparent payment lifecycle tracking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Reduced fraud losses via automated risk scoring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Configurable fees without code changes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Scalable to new payment methods &amp; currencies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r>
              <a:rPr b="0" lang="en-GB" sz="1600" strike="noStrike" u="none">
                <a:solidFill>
                  <a:srgbClr val="333333"/>
                </a:solidFill>
                <a:effectLst/>
                <a:uFillTx/>
                <a:latin typeface="Univers Next for HSBC Light"/>
              </a:rPr>
              <a:t>Foundation for real payment gateway integration</a:t>
            </a: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  <a:p>
            <a:pPr marL="343080" indent="-343080" defTabSz="975240">
              <a:lnSpc>
                <a:spcPct val="112000"/>
              </a:lnSpc>
              <a:spcBef>
                <a:spcPts val="1191"/>
              </a:spcBef>
              <a:spcAft>
                <a:spcPts val="992"/>
              </a:spcAft>
              <a:buClr>
                <a:srgbClr val="db0011"/>
              </a:buClr>
              <a:buSzPct val="80000"/>
              <a:buFont typeface="Wingdings" charset="2"/>
              <a:buChar char=""/>
            </a:pPr>
            <a:endParaRPr b="0" lang="en-US" sz="1600" strike="noStrike" u="none">
              <a:solidFill>
                <a:srgbClr val="333333"/>
              </a:solidFill>
              <a:effectLst/>
              <a:uFillTx/>
              <a:latin typeface="Univers Next for HSBC Light"/>
            </a:endParaRPr>
          </a:p>
        </p:txBody>
      </p:sp>
      <p:pic>
        <p:nvPicPr>
          <p:cNvPr id="485" name="" descr=""/>
          <p:cNvPicPr/>
          <p:nvPr/>
        </p:nvPicPr>
        <p:blipFill>
          <a:blip r:embed="rId1"/>
          <a:stretch/>
        </p:blipFill>
        <p:spPr>
          <a:xfrm>
            <a:off x="6858000" y="914760"/>
            <a:ext cx="5733360" cy="554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" descr=""/>
          <p:cNvPicPr/>
          <p:nvPr/>
        </p:nvPicPr>
        <p:blipFill>
          <a:blip r:embed="rId1"/>
          <a:stretch/>
        </p:blipFill>
        <p:spPr>
          <a:xfrm>
            <a:off x="3150720" y="1419840"/>
            <a:ext cx="6686280" cy="450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HSBC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1493c6"/>
      </a:accent1>
      <a:accent2>
        <a:srgbClr val="a751cf"/>
      </a:accent2>
      <a:accent3>
        <a:srgbClr val="f14e73"/>
      </a:accent3>
      <a:accent4>
        <a:srgbClr val="ed500d"/>
      </a:accent4>
      <a:accent5>
        <a:srgbClr val="4da90f"/>
      </a:accent5>
      <a:accent6>
        <a:srgbClr val="347893"/>
      </a:accent6>
      <a:hlink>
        <a:srgbClr val="db0011"/>
      </a:hlink>
      <a:folHlink>
        <a:srgbClr val="730014"/>
      </a:folHlink>
    </a:clrScheme>
    <a:fontScheme name="Custom 21">
      <a:majorFont>
        <a:latin typeface="Univers Next for HSBC Light" pitchFamily="0" charset="1"/>
        <a:ea typeface=""/>
        <a:cs typeface=""/>
      </a:majorFont>
      <a:minorFont>
        <a:latin typeface="Univers Next for HSBC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6731334491F24989AD04E5CA63EF08" ma:contentTypeVersion="0" ma:contentTypeDescription="Create a new document." ma:contentTypeScope="" ma:versionID="a8be199650c31ae2efb4dac54cf605a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622B534-1B52-4B5E-ACF5-4BD206DB9D97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107a4678-f495-44ec-9391-e7a8be380598"/>
    <ds:schemaRef ds:uri="7d209e58-00e5-40b2-b35f-27624f753d90"/>
  </ds:schemaRefs>
</ds:datastoreItem>
</file>

<file path=customXml/itemProps2.xml><?xml version="1.0" encoding="utf-8"?>
<ds:datastoreItem xmlns:ds="http://schemas.openxmlformats.org/officeDocument/2006/customXml" ds:itemID="{4FCF14E4-432F-46A3-8733-DB0B67798B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138BE17-0237-47B8-80F4-296BFB523B9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2751</TotalTime>
  <Application>LibreOffice/25.2.2.2$Windows_X86_64 LibreOffice_project/7370d4be9e3cf6031a51beef54ff3bda878e3fac</Application>
  <AppVersion>15.0000</AppVersion>
  <Words>4506</Words>
  <Paragraphs>543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2026-01-15T11:05:26Z</dcterms:created>
  <dc:creator>Chris STOCK</dc:creator>
  <dc:description/>
  <dc:language>en-US</dc:language>
  <cp:lastModifiedBy/>
  <dcterms:modified xsi:type="dcterms:W3CDTF">2026-08-06T11:46:21Z</dcterms:modified>
  <cp:revision>45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INTERNAL</vt:lpwstr>
  </property>
  <property fmtid="{D5CDD505-2E9C-101B-9397-08002B2CF9AE}" pid="3" name="ClassificationContentMarkingFooterLocations">
    <vt:lpwstr>Office Theme:4</vt:lpwstr>
  </property>
  <property fmtid="{D5CDD505-2E9C-101B-9397-08002B2CF9AE}" pid="4" name="ClassificationContentMarkingFooterText">
    <vt:lpwstr>PUBLIC</vt:lpwstr>
  </property>
  <property fmtid="{D5CDD505-2E9C-101B-9397-08002B2CF9AE}" pid="5" name="ContentTypeId">
    <vt:lpwstr>0x010100F66731334491F24989AD04E5CA63EF08</vt:lpwstr>
  </property>
  <property fmtid="{D5CDD505-2E9C-101B-9397-08002B2CF9AE}" pid="6" name="IsMyDocuments">
    <vt:bool>1</vt:bool>
  </property>
  <property fmtid="{D5CDD505-2E9C-101B-9397-08002B2CF9AE}" pid="7" name="MSIP_Label_3486a02c-2dfb-4efe-823f-aa2d1f0e6ab7_ActionId">
    <vt:lpwstr>de9db429-e822-4eec-96b0-15280b40ac7a</vt:lpwstr>
  </property>
  <property fmtid="{D5CDD505-2E9C-101B-9397-08002B2CF9AE}" pid="8" name="MSIP_Label_3486a02c-2dfb-4efe-823f-aa2d1f0e6ab7_ContentBits">
    <vt:lpwstr>2</vt:lpwstr>
  </property>
  <property fmtid="{D5CDD505-2E9C-101B-9397-08002B2CF9AE}" pid="9" name="MSIP_Label_3486a02c-2dfb-4efe-823f-aa2d1f0e6ab7_Enabled">
    <vt:lpwstr>true</vt:lpwstr>
  </property>
  <property fmtid="{D5CDD505-2E9C-101B-9397-08002B2CF9AE}" pid="10" name="MSIP_Label_3486a02c-2dfb-4efe-823f-aa2d1f0e6ab7_Method">
    <vt:lpwstr>Privileged</vt:lpwstr>
  </property>
  <property fmtid="{D5CDD505-2E9C-101B-9397-08002B2CF9AE}" pid="11" name="MSIP_Label_3486a02c-2dfb-4efe-823f-aa2d1f0e6ab7_Name">
    <vt:lpwstr>CLAPUBLIC</vt:lpwstr>
  </property>
  <property fmtid="{D5CDD505-2E9C-101B-9397-08002B2CF9AE}" pid="12" name="MSIP_Label_3486a02c-2dfb-4efe-823f-aa2d1f0e6ab7_SetDate">
    <vt:lpwstr>2025-05-14T17:11:59Z</vt:lpwstr>
  </property>
  <property fmtid="{D5CDD505-2E9C-101B-9397-08002B2CF9AE}" pid="13" name="MSIP_Label_3486a02c-2dfb-4efe-823f-aa2d1f0e6ab7_SiteId">
    <vt:lpwstr>e0fd434d-ba64-497b-90d2-859c472e1a92</vt:lpwstr>
  </property>
  <property fmtid="{D5CDD505-2E9C-101B-9397-08002B2CF9AE}" pid="14" name="MediaServiceImageTags">
    <vt:lpwstr/>
  </property>
  <property fmtid="{D5CDD505-2E9C-101B-9397-08002B2CF9AE}" pid="15" name="Notes">
    <vt:i4>8</vt:i4>
  </property>
  <property fmtid="{D5CDD505-2E9C-101B-9397-08002B2CF9AE}" pid="16" name="PresentationFormat">
    <vt:lpwstr>Custom</vt:lpwstr>
  </property>
  <property fmtid="{D5CDD505-2E9C-101B-9397-08002B2CF9AE}" pid="17" name="Slides">
    <vt:i4>39</vt:i4>
  </property>
</Properties>
</file>